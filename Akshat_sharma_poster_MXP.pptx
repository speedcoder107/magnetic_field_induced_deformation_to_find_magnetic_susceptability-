
<file path=[Content_Types].xml><?xml version="1.0" encoding="utf-8"?>
<Types xmlns="http://schemas.openxmlformats.org/package/2006/content-types">
  <Default Extension="bin" ContentType="application/vnd.openxmlformats-officedocument.oleObject"/>
  <Default Extension="fntdata" ContentType="application/x-fontdata"/>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30418088" cy="19445288"/>
  <p:embeddedFontLst>
    <p:embeddedFont>
      <p:font typeface="Cambria Math" panose="02040503050406030204" pitchFamily="18" charset="0"/>
      <p:regular r:id="rId4"/>
    </p:embeddedFont>
    <p:embeddedFont>
      <p:font typeface="Helvetica Neue" panose="020B0604020202020204" charset="0"/>
      <p:regular r:id="rId5"/>
      <p:bold r:id="rId6"/>
      <p:italic r:id="rId7"/>
      <p:boldItalic r:id="rId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9"/>
    <p:restoredTop sz="94648"/>
  </p:normalViewPr>
  <p:slideViewPr>
    <p:cSldViewPr snapToGrid="0" showGuides="1">
      <p:cViewPr>
        <p:scale>
          <a:sx n="26" d="100"/>
          <a:sy n="26" d="100"/>
        </p:scale>
        <p:origin x="516" y="-940"/>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heme" Target="theme/theme1.xml"/><Relationship Id="rId5" Type="http://schemas.openxmlformats.org/officeDocument/2006/relationships/font" Target="fonts/font2.fntdata"/><Relationship Id="rId10" Type="http://schemas.openxmlformats.org/officeDocument/2006/relationships/viewProps" Target="viewProps.xml"/><Relationship Id="rId4" Type="http://schemas.openxmlformats.org/officeDocument/2006/relationships/font" Target="fonts/font1.fntdata"/><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2" y="0"/>
            <a:ext cx="13181171" cy="972265"/>
          </a:xfrm>
          <a:prstGeom prst="rect">
            <a:avLst/>
          </a:prstGeom>
          <a:noFill/>
          <a:ln>
            <a:noFill/>
          </a:ln>
        </p:spPr>
        <p:txBody>
          <a:bodyPr spcFirstLastPara="1" wrap="square" lIns="284900" tIns="142450" rIns="284900" bIns="142450" anchor="t" anchorCtr="0">
            <a:noAutofit/>
          </a:bodyPr>
          <a:lstStyle>
            <a:lvl1pPr marR="0" lvl="0" algn="l" rtl="0">
              <a:spcBef>
                <a:spcPts val="0"/>
              </a:spcBef>
              <a:spcAft>
                <a:spcPts val="0"/>
              </a:spcAft>
              <a:buSzPts val="1400"/>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4" name="Google Shape;4;n"/>
          <p:cNvSpPr txBox="1">
            <a:spLocks noGrp="1"/>
          </p:cNvSpPr>
          <p:nvPr>
            <p:ph type="dt" idx="10"/>
          </p:nvPr>
        </p:nvSpPr>
        <p:spPr>
          <a:xfrm>
            <a:off x="17236919" y="0"/>
            <a:ext cx="13181171" cy="972265"/>
          </a:xfrm>
          <a:prstGeom prst="rect">
            <a:avLst/>
          </a:prstGeom>
          <a:noFill/>
          <a:ln>
            <a:noFill/>
          </a:ln>
        </p:spPr>
        <p:txBody>
          <a:bodyPr spcFirstLastPara="1" wrap="square" lIns="284900" tIns="142450" rIns="284900" bIns="142450" anchor="t" anchorCtr="0">
            <a:noAutofit/>
          </a:bodyPr>
          <a:lstStyle>
            <a:lvl1pPr marR="0" lvl="0" algn="r" rtl="0">
              <a:spcBef>
                <a:spcPts val="0"/>
              </a:spcBef>
              <a:spcAft>
                <a:spcPts val="0"/>
              </a:spcAft>
              <a:buSzPts val="1400"/>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5" name="Google Shape;5;n"/>
          <p:cNvSpPr>
            <a:spLocks noGrp="1" noRot="1" noChangeAspect="1"/>
          </p:cNvSpPr>
          <p:nvPr>
            <p:ph type="sldImg" idx="3"/>
          </p:nvPr>
        </p:nvSpPr>
        <p:spPr>
          <a:xfrm>
            <a:off x="9742488" y="1460500"/>
            <a:ext cx="10933112" cy="72882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4055747" y="9236512"/>
            <a:ext cx="22306600" cy="8750380"/>
          </a:xfrm>
          <a:prstGeom prst="rect">
            <a:avLst/>
          </a:prstGeom>
          <a:noFill/>
          <a:ln>
            <a:noFill/>
          </a:ln>
        </p:spPr>
        <p:txBody>
          <a:bodyPr spcFirstLastPara="1" wrap="square" lIns="284900" tIns="142450" rIns="284900" bIns="142450" anchor="t" anchorCtr="0">
            <a:noAutofit/>
          </a:bodyPr>
          <a:lstStyle>
            <a:lvl1pPr marL="457200" marR="0" lvl="0" indent="-228600" algn="l" rtl="0">
              <a:spcBef>
                <a:spcPts val="1035"/>
              </a:spcBef>
              <a:spcAft>
                <a:spcPts val="0"/>
              </a:spcAft>
              <a:buSzPts val="1400"/>
              <a:buNone/>
              <a:defRPr sz="3455"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spcBef>
                <a:spcPts val="1035"/>
              </a:spcBef>
              <a:spcAft>
                <a:spcPts val="0"/>
              </a:spcAft>
              <a:buSzPts val="1400"/>
              <a:buNone/>
              <a:defRPr sz="3455"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spcBef>
                <a:spcPts val="1035"/>
              </a:spcBef>
              <a:spcAft>
                <a:spcPts val="0"/>
              </a:spcAft>
              <a:buSzPts val="1400"/>
              <a:buNone/>
              <a:defRPr sz="3455"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spcBef>
                <a:spcPts val="1035"/>
              </a:spcBef>
              <a:spcAft>
                <a:spcPts val="0"/>
              </a:spcAft>
              <a:buSzPts val="1400"/>
              <a:buNone/>
              <a:defRPr sz="3455"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spcBef>
                <a:spcPts val="1035"/>
              </a:spcBef>
              <a:spcAft>
                <a:spcPts val="0"/>
              </a:spcAft>
              <a:buSzPts val="1400"/>
              <a:buNone/>
              <a:defRPr sz="3455"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rtl="0">
              <a:spcBef>
                <a:spcPts val="0"/>
              </a:spcBef>
              <a:spcAft>
                <a:spcPts val="0"/>
              </a:spcAft>
              <a:buSzPts val="1400"/>
              <a:buNone/>
              <a:defRPr sz="345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345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345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345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2" y="18473023"/>
            <a:ext cx="13181171" cy="972265"/>
          </a:xfrm>
          <a:prstGeom prst="rect">
            <a:avLst/>
          </a:prstGeom>
          <a:noFill/>
          <a:ln>
            <a:noFill/>
          </a:ln>
        </p:spPr>
        <p:txBody>
          <a:bodyPr spcFirstLastPara="1" wrap="square" lIns="284900" tIns="142450" rIns="284900" bIns="142450" anchor="b" anchorCtr="0">
            <a:noAutofit/>
          </a:bodyPr>
          <a:lstStyle>
            <a:lvl1pPr marR="0" lvl="0" algn="l" rtl="0">
              <a:spcBef>
                <a:spcPts val="0"/>
              </a:spcBef>
              <a:spcAft>
                <a:spcPts val="0"/>
              </a:spcAft>
              <a:buSzPts val="1400"/>
              <a:buNone/>
              <a:defRPr sz="3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691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8" name="Google Shape;8;n"/>
          <p:cNvSpPr txBox="1">
            <a:spLocks noGrp="1"/>
          </p:cNvSpPr>
          <p:nvPr>
            <p:ph type="sldNum" idx="12"/>
          </p:nvPr>
        </p:nvSpPr>
        <p:spPr>
          <a:xfrm>
            <a:off x="17236919" y="18473023"/>
            <a:ext cx="13181171" cy="972265"/>
          </a:xfrm>
          <a:prstGeom prst="rect">
            <a:avLst/>
          </a:prstGeom>
          <a:noFill/>
          <a:ln>
            <a:noFill/>
          </a:ln>
        </p:spPr>
        <p:txBody>
          <a:bodyPr spcFirstLastPara="1" wrap="square" lIns="284900" tIns="142450" rIns="284900" bIns="142450" anchor="b" anchorCtr="0">
            <a:noAutofit/>
          </a:bodyPr>
          <a:lstStyle/>
          <a:p>
            <a:pPr marL="0" marR="0" lvl="0" indent="0" algn="r" rtl="0">
              <a:spcBef>
                <a:spcPts val="0"/>
              </a:spcBef>
              <a:spcAft>
                <a:spcPts val="0"/>
              </a:spcAft>
              <a:buNone/>
            </a:pPr>
            <a:fld id="{00000000-1234-1234-1234-123412341234}" type="slidenum">
              <a:rPr lang="en-US" sz="3600" b="0" i="0" u="none" strike="noStrike" cap="none">
                <a:solidFill>
                  <a:schemeClr val="dk1"/>
                </a:solidFill>
                <a:latin typeface="Arial" panose="020B0604020202020204"/>
                <a:ea typeface="Arial" panose="020B0604020202020204"/>
                <a:cs typeface="Arial" panose="020B0604020202020204"/>
                <a:sym typeface="Arial" panose="020B0604020202020204"/>
              </a:rPr>
              <a:t>‹#›</a:t>
            </a:fld>
            <a:endParaRPr sz="36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a:spLocks noGrp="1" noRot="1" noChangeAspect="1"/>
          </p:cNvSpPr>
          <p:nvPr>
            <p:ph type="sldImg" idx="2"/>
          </p:nvPr>
        </p:nvSpPr>
        <p:spPr>
          <a:xfrm>
            <a:off x="9744075" y="1460500"/>
            <a:ext cx="10929938" cy="72882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3" name="Google Shape;53;p1:notes"/>
          <p:cNvSpPr txBox="1">
            <a:spLocks noGrp="1"/>
          </p:cNvSpPr>
          <p:nvPr>
            <p:ph type="body" idx="1"/>
          </p:nvPr>
        </p:nvSpPr>
        <p:spPr>
          <a:xfrm>
            <a:off x="4055747" y="9236512"/>
            <a:ext cx="22306600" cy="8750380"/>
          </a:xfrm>
          <a:prstGeom prst="rect">
            <a:avLst/>
          </a:prstGeom>
          <a:noFill/>
          <a:ln>
            <a:noFill/>
          </a:ln>
        </p:spPr>
        <p:txBody>
          <a:bodyPr spcFirstLastPara="1" wrap="square" lIns="284900" tIns="142450" rIns="284900" bIns="142450" anchor="t" anchorCtr="0">
            <a:noAutofit/>
          </a:bodyPr>
          <a:lstStyle/>
          <a:p>
            <a:pPr marL="0" lvl="0" indent="0" algn="l" rtl="0">
              <a:spcBef>
                <a:spcPts val="0"/>
              </a:spcBef>
              <a:spcAft>
                <a:spcPts val="0"/>
              </a:spcAft>
              <a:buNone/>
            </a:pPr>
            <a:endParaRPr dirty="0"/>
          </a:p>
        </p:txBody>
      </p:sp>
      <p:sp>
        <p:nvSpPr>
          <p:cNvPr id="54" name="Google Shape;54;p1:notes"/>
          <p:cNvSpPr txBox="1">
            <a:spLocks noGrp="1"/>
          </p:cNvSpPr>
          <p:nvPr>
            <p:ph type="sldNum" idx="12"/>
          </p:nvPr>
        </p:nvSpPr>
        <p:spPr>
          <a:xfrm>
            <a:off x="17236919" y="18473023"/>
            <a:ext cx="13181171" cy="972265"/>
          </a:xfrm>
          <a:prstGeom prst="rect">
            <a:avLst/>
          </a:prstGeom>
          <a:noFill/>
          <a:ln>
            <a:noFill/>
          </a:ln>
        </p:spPr>
        <p:txBody>
          <a:bodyPr spcFirstLastPara="1" wrap="square" lIns="284900" tIns="142450" rIns="284900" bIns="142450" anchor="b" anchorCtr="0">
            <a:noAutofit/>
          </a:bodyPr>
          <a:lstStyle/>
          <a:p>
            <a:pPr marL="0" lvl="0" indent="0" algn="r" rtl="0">
              <a:spcBef>
                <a:spcPts val="0"/>
              </a:spcBef>
              <a:spcAft>
                <a:spcPts val="0"/>
              </a:spcAft>
              <a:buNone/>
            </a:pPr>
            <a:fld id="{00000000-1234-1234-1234-123412341234}" type="slidenum">
              <a:rPr lang="en-US"/>
              <a:t>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468880" y="975360"/>
            <a:ext cx="27980640" cy="36576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 name="Google Shape;15;p3"/>
          <p:cNvSpPr txBox="1">
            <a:spLocks noGrp="1"/>
          </p:cNvSpPr>
          <p:nvPr>
            <p:ph type="body" idx="1"/>
          </p:nvPr>
        </p:nvSpPr>
        <p:spPr>
          <a:xfrm>
            <a:off x="2468880" y="5608320"/>
            <a:ext cx="27980640" cy="12679680"/>
          </a:xfrm>
          <a:prstGeom prst="rect">
            <a:avLst/>
          </a:prstGeom>
          <a:noFill/>
          <a:ln>
            <a:noFill/>
          </a:ln>
        </p:spPr>
        <p:txBody>
          <a:bodyPr spcFirstLastPara="1" wrap="square" lIns="68575" tIns="34275" rIns="68575" bIns="34275" anchor="t" anchorCtr="0">
            <a:noAutofit/>
          </a:bodyPr>
          <a:lstStyle>
            <a:lvl1pPr marL="457178" lvl="0" indent="-342884" algn="l">
              <a:spcBef>
                <a:spcPts val="360"/>
              </a:spcBef>
              <a:spcAft>
                <a:spcPts val="0"/>
              </a:spcAft>
              <a:buSzPts val="1800"/>
              <a:buChar char="•"/>
              <a:defRPr/>
            </a:lvl1pPr>
            <a:lvl2pPr marL="914355" lvl="1" indent="-342884" algn="l">
              <a:spcBef>
                <a:spcPts val="360"/>
              </a:spcBef>
              <a:spcAft>
                <a:spcPts val="0"/>
              </a:spcAft>
              <a:buSzPts val="1800"/>
              <a:buChar char="–"/>
              <a:defRPr/>
            </a:lvl2pPr>
            <a:lvl3pPr marL="1371532" lvl="2" indent="-342884" algn="l">
              <a:spcBef>
                <a:spcPts val="360"/>
              </a:spcBef>
              <a:spcAft>
                <a:spcPts val="0"/>
              </a:spcAft>
              <a:buSzPts val="1800"/>
              <a:buChar char="•"/>
              <a:defRPr/>
            </a:lvl3pPr>
            <a:lvl4pPr marL="1828709" lvl="3" indent="-342884" algn="l">
              <a:spcBef>
                <a:spcPts val="360"/>
              </a:spcBef>
              <a:spcAft>
                <a:spcPts val="0"/>
              </a:spcAft>
              <a:buSzPts val="1800"/>
              <a:buChar char="–"/>
              <a:defRPr/>
            </a:lvl4pPr>
            <a:lvl5pPr marL="2285886" lvl="4" indent="-342884" algn="l">
              <a:spcBef>
                <a:spcPts val="360"/>
              </a:spcBef>
              <a:spcAft>
                <a:spcPts val="0"/>
              </a:spcAft>
              <a:buSzPts val="1800"/>
              <a:buChar char="»"/>
              <a:defRPr/>
            </a:lvl5pPr>
            <a:lvl6pPr marL="2743064" lvl="5" indent="-342884" algn="l">
              <a:spcBef>
                <a:spcPts val="360"/>
              </a:spcBef>
              <a:spcAft>
                <a:spcPts val="0"/>
              </a:spcAft>
              <a:buSzPts val="1800"/>
              <a:buChar char="»"/>
              <a:defRPr/>
            </a:lvl6pPr>
            <a:lvl7pPr marL="3200240" lvl="6" indent="-342884" algn="l">
              <a:spcBef>
                <a:spcPts val="360"/>
              </a:spcBef>
              <a:spcAft>
                <a:spcPts val="0"/>
              </a:spcAft>
              <a:buSzPts val="1800"/>
              <a:buChar char="»"/>
              <a:defRPr/>
            </a:lvl7pPr>
            <a:lvl8pPr marL="3657418" lvl="7" indent="-342884" algn="l">
              <a:spcBef>
                <a:spcPts val="360"/>
              </a:spcBef>
              <a:spcAft>
                <a:spcPts val="0"/>
              </a:spcAft>
              <a:buSzPts val="1800"/>
              <a:buChar char="»"/>
              <a:defRPr/>
            </a:lvl8pPr>
            <a:lvl9pPr marL="4114595" lvl="8" indent="-342884" algn="l">
              <a:spcBef>
                <a:spcPts val="360"/>
              </a:spcBef>
              <a:spcAft>
                <a:spcPts val="0"/>
              </a:spcAft>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16"/>
        <p:cNvGrpSpPr/>
        <p:nvPr/>
      </p:nvGrpSpPr>
      <p:grpSpPr>
        <a:xfrm>
          <a:off x="0" y="0"/>
          <a:ext cx="0" cy="0"/>
          <a:chOff x="0" y="0"/>
          <a:chExt cx="0" cy="0"/>
        </a:xfrm>
      </p:grpSpPr>
      <p:sp>
        <p:nvSpPr>
          <p:cNvPr id="17" name="Google Shape;17;p4"/>
          <p:cNvSpPr txBox="1">
            <a:spLocks noGrp="1"/>
          </p:cNvSpPr>
          <p:nvPr>
            <p:ph type="ctrTitle"/>
          </p:nvPr>
        </p:nvSpPr>
        <p:spPr>
          <a:xfrm>
            <a:off x="2468880" y="2519680"/>
            <a:ext cx="28803600" cy="36576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solidFill>
                  <a:srgbClr val="7A0019"/>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 name="Google Shape;18;p4"/>
          <p:cNvSpPr txBox="1">
            <a:spLocks noGrp="1"/>
          </p:cNvSpPr>
          <p:nvPr>
            <p:ph type="body" idx="1"/>
          </p:nvPr>
        </p:nvSpPr>
        <p:spPr>
          <a:xfrm>
            <a:off x="2468880" y="9347200"/>
            <a:ext cx="28803600" cy="1950720"/>
          </a:xfrm>
          <a:prstGeom prst="rect">
            <a:avLst/>
          </a:prstGeom>
          <a:noFill/>
          <a:ln>
            <a:noFill/>
          </a:ln>
        </p:spPr>
        <p:txBody>
          <a:bodyPr spcFirstLastPara="1" wrap="square" lIns="68575" tIns="34275" rIns="68575" bIns="34275" anchor="t" anchorCtr="0">
            <a:noAutofit/>
          </a:bodyPr>
          <a:lstStyle>
            <a:lvl1pPr marL="457178" lvl="0" indent="-228588" algn="l">
              <a:spcBef>
                <a:spcPts val="1295"/>
              </a:spcBef>
              <a:spcAft>
                <a:spcPts val="0"/>
              </a:spcAft>
              <a:buSzPts val="6480"/>
              <a:buFont typeface="Arial" panose="020B0604020202020204"/>
              <a:buNone/>
              <a:defRPr sz="6480">
                <a:solidFill>
                  <a:srgbClr val="595959"/>
                </a:solidFill>
              </a:defRPr>
            </a:lvl1pPr>
            <a:lvl2pPr marL="914355" lvl="1" indent="-228588" algn="l">
              <a:spcBef>
                <a:spcPts val="1295"/>
              </a:spcBef>
              <a:spcAft>
                <a:spcPts val="0"/>
              </a:spcAft>
              <a:buSzPts val="6480"/>
              <a:buFont typeface="Arial" panose="020B0604020202020204"/>
              <a:buNone/>
              <a:defRPr sz="6480">
                <a:solidFill>
                  <a:srgbClr val="FFFFFF"/>
                </a:solidFill>
              </a:defRPr>
            </a:lvl2pPr>
            <a:lvl3pPr marL="1371532" lvl="2" indent="-228588" algn="l">
              <a:spcBef>
                <a:spcPts val="1295"/>
              </a:spcBef>
              <a:spcAft>
                <a:spcPts val="0"/>
              </a:spcAft>
              <a:buSzPts val="6480"/>
              <a:buFont typeface="Arial" panose="020B0604020202020204"/>
              <a:buNone/>
              <a:defRPr sz="6480">
                <a:solidFill>
                  <a:srgbClr val="FFFFFF"/>
                </a:solidFill>
              </a:defRPr>
            </a:lvl3pPr>
            <a:lvl4pPr marL="1828709" lvl="3" indent="-228588" algn="l">
              <a:spcBef>
                <a:spcPts val="1295"/>
              </a:spcBef>
              <a:spcAft>
                <a:spcPts val="0"/>
              </a:spcAft>
              <a:buSzPts val="6480"/>
              <a:buFont typeface="Arial" panose="020B0604020202020204"/>
              <a:buNone/>
              <a:defRPr sz="6480">
                <a:solidFill>
                  <a:srgbClr val="FFFFFF"/>
                </a:solidFill>
              </a:defRPr>
            </a:lvl4pPr>
            <a:lvl5pPr marL="2285886" lvl="4" indent="-228588" algn="l">
              <a:spcBef>
                <a:spcPts val="1295"/>
              </a:spcBef>
              <a:spcAft>
                <a:spcPts val="0"/>
              </a:spcAft>
              <a:buSzPts val="6480"/>
              <a:buFont typeface="Arial" panose="020B0604020202020204"/>
              <a:buNone/>
              <a:defRPr sz="6480">
                <a:solidFill>
                  <a:srgbClr val="FFFFFF"/>
                </a:solidFill>
              </a:defRPr>
            </a:lvl5pPr>
            <a:lvl6pPr marL="2743064" lvl="5" indent="-342884" algn="l">
              <a:spcBef>
                <a:spcPts val="360"/>
              </a:spcBef>
              <a:spcAft>
                <a:spcPts val="0"/>
              </a:spcAft>
              <a:buSzPts val="1800"/>
              <a:buChar char="»"/>
              <a:defRPr/>
            </a:lvl6pPr>
            <a:lvl7pPr marL="3200240" lvl="6" indent="-342884" algn="l">
              <a:spcBef>
                <a:spcPts val="360"/>
              </a:spcBef>
              <a:spcAft>
                <a:spcPts val="0"/>
              </a:spcAft>
              <a:buSzPts val="1800"/>
              <a:buChar char="»"/>
              <a:defRPr/>
            </a:lvl7pPr>
            <a:lvl8pPr marL="3657418" lvl="7" indent="-342884" algn="l">
              <a:spcBef>
                <a:spcPts val="360"/>
              </a:spcBef>
              <a:spcAft>
                <a:spcPts val="0"/>
              </a:spcAft>
              <a:buSzPts val="1800"/>
              <a:buChar char="»"/>
              <a:defRPr/>
            </a:lvl8pPr>
            <a:lvl9pPr marL="4114595" lvl="8" indent="-342884" algn="l">
              <a:spcBef>
                <a:spcPts val="360"/>
              </a:spcBef>
              <a:spcAft>
                <a:spcPts val="0"/>
              </a:spcAft>
              <a:buSzPts val="1800"/>
              <a:buChar char="»"/>
              <a:defRPr/>
            </a:lvl9pPr>
          </a:lstStyle>
          <a:p>
            <a:endParaRPr/>
          </a:p>
        </p:txBody>
      </p:sp>
      <p:sp>
        <p:nvSpPr>
          <p:cNvPr id="19" name="Google Shape;19;p4"/>
          <p:cNvSpPr txBox="1">
            <a:spLocks noGrp="1"/>
          </p:cNvSpPr>
          <p:nvPr>
            <p:ph type="body" idx="2"/>
          </p:nvPr>
        </p:nvSpPr>
        <p:spPr>
          <a:xfrm>
            <a:off x="2468880" y="11297920"/>
            <a:ext cx="28803600" cy="1625600"/>
          </a:xfrm>
          <a:prstGeom prst="rect">
            <a:avLst/>
          </a:prstGeom>
          <a:noFill/>
          <a:ln>
            <a:noFill/>
          </a:ln>
        </p:spPr>
        <p:txBody>
          <a:bodyPr spcFirstLastPara="1" wrap="square" lIns="68575" tIns="34275" rIns="68575" bIns="34275" anchor="t" anchorCtr="0">
            <a:noAutofit/>
          </a:bodyPr>
          <a:lstStyle>
            <a:lvl1pPr marL="457178" lvl="0" indent="-228588" algn="l">
              <a:spcBef>
                <a:spcPts val="865"/>
              </a:spcBef>
              <a:spcAft>
                <a:spcPts val="0"/>
              </a:spcAft>
              <a:buSzPts val="4320"/>
              <a:buFont typeface="Arial" panose="020B0604020202020204"/>
              <a:buNone/>
              <a:defRPr sz="4320">
                <a:solidFill>
                  <a:srgbClr val="595959"/>
                </a:solidFill>
              </a:defRPr>
            </a:lvl1pPr>
            <a:lvl2pPr marL="914355" lvl="1" indent="-228588" algn="l">
              <a:spcBef>
                <a:spcPts val="865"/>
              </a:spcBef>
              <a:spcAft>
                <a:spcPts val="0"/>
              </a:spcAft>
              <a:buSzPts val="4320"/>
              <a:buFont typeface="Arial" panose="020B0604020202020204"/>
              <a:buNone/>
              <a:defRPr sz="4320">
                <a:solidFill>
                  <a:srgbClr val="FFFFFF"/>
                </a:solidFill>
              </a:defRPr>
            </a:lvl2pPr>
            <a:lvl3pPr marL="1371532" lvl="2" indent="-228588" algn="l">
              <a:spcBef>
                <a:spcPts val="865"/>
              </a:spcBef>
              <a:spcAft>
                <a:spcPts val="0"/>
              </a:spcAft>
              <a:buSzPts val="4320"/>
              <a:buFont typeface="Arial" panose="020B0604020202020204"/>
              <a:buNone/>
              <a:defRPr sz="4320">
                <a:solidFill>
                  <a:srgbClr val="FFFFFF"/>
                </a:solidFill>
              </a:defRPr>
            </a:lvl3pPr>
            <a:lvl4pPr marL="1828709" lvl="3" indent="-228588" algn="l">
              <a:spcBef>
                <a:spcPts val="865"/>
              </a:spcBef>
              <a:spcAft>
                <a:spcPts val="0"/>
              </a:spcAft>
              <a:buSzPts val="4320"/>
              <a:buFont typeface="Arial" panose="020B0604020202020204"/>
              <a:buNone/>
              <a:defRPr sz="4320">
                <a:solidFill>
                  <a:srgbClr val="FFFFFF"/>
                </a:solidFill>
              </a:defRPr>
            </a:lvl4pPr>
            <a:lvl5pPr marL="2285886" lvl="4" indent="-228588" algn="l">
              <a:spcBef>
                <a:spcPts val="865"/>
              </a:spcBef>
              <a:spcAft>
                <a:spcPts val="0"/>
              </a:spcAft>
              <a:buSzPts val="4320"/>
              <a:buFont typeface="Arial" panose="020B0604020202020204"/>
              <a:buNone/>
              <a:defRPr sz="4320">
                <a:solidFill>
                  <a:srgbClr val="FFFFFF"/>
                </a:solidFill>
              </a:defRPr>
            </a:lvl5pPr>
            <a:lvl6pPr marL="2743064" lvl="5" indent="-342884" algn="l">
              <a:spcBef>
                <a:spcPts val="360"/>
              </a:spcBef>
              <a:spcAft>
                <a:spcPts val="0"/>
              </a:spcAft>
              <a:buSzPts val="1800"/>
              <a:buChar char="»"/>
              <a:defRPr/>
            </a:lvl6pPr>
            <a:lvl7pPr marL="3200240" lvl="6" indent="-342884" algn="l">
              <a:spcBef>
                <a:spcPts val="360"/>
              </a:spcBef>
              <a:spcAft>
                <a:spcPts val="0"/>
              </a:spcAft>
              <a:buSzPts val="1800"/>
              <a:buChar char="»"/>
              <a:defRPr/>
            </a:lvl7pPr>
            <a:lvl8pPr marL="3657418" lvl="7" indent="-342884" algn="l">
              <a:spcBef>
                <a:spcPts val="360"/>
              </a:spcBef>
              <a:spcAft>
                <a:spcPts val="0"/>
              </a:spcAft>
              <a:buSzPts val="1800"/>
              <a:buChar char="»"/>
              <a:defRPr/>
            </a:lvl8pPr>
            <a:lvl9pPr marL="4114595" lvl="8" indent="-342884" algn="l">
              <a:spcBef>
                <a:spcPts val="360"/>
              </a:spcBef>
              <a:spcAft>
                <a:spcPts val="0"/>
              </a:spcAft>
              <a:buSzPts val="1800"/>
              <a:buChar char="»"/>
              <a:defRPr/>
            </a:lvl9pPr>
          </a:lstStyle>
          <a:p>
            <a:endParaRPr/>
          </a:p>
        </p:txBody>
      </p:sp>
      <p:pic>
        <p:nvPicPr>
          <p:cNvPr id="20" name="Google Shape;20;p4" descr="/Users/ranja/Documents/5-resources/ppt/2018 ppt-with R/new/working files/graphics_HD-title-maroon.png"/>
          <p:cNvPicPr preferRelativeResize="0"/>
          <p:nvPr/>
        </p:nvPicPr>
        <p:blipFill rotWithShape="1">
          <a:blip r:embed="rId2"/>
          <a:srcRect/>
          <a:stretch>
            <a:fillRect/>
          </a:stretch>
        </p:blipFill>
        <p:spPr>
          <a:xfrm>
            <a:off x="0" y="16044672"/>
            <a:ext cx="32918400" cy="590092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2600327" y="14102099"/>
            <a:ext cx="27980640" cy="4358639"/>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400"/>
              <a:buNone/>
              <a:defRPr sz="10800" b="0" i="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5"/>
          <p:cNvSpPr txBox="1">
            <a:spLocks noGrp="1"/>
          </p:cNvSpPr>
          <p:nvPr>
            <p:ph type="body" idx="1"/>
          </p:nvPr>
        </p:nvSpPr>
        <p:spPr>
          <a:xfrm>
            <a:off x="2600327" y="9301485"/>
            <a:ext cx="27980640" cy="4800597"/>
          </a:xfrm>
          <a:prstGeom prst="rect">
            <a:avLst/>
          </a:prstGeom>
          <a:noFill/>
          <a:ln>
            <a:noFill/>
          </a:ln>
        </p:spPr>
        <p:txBody>
          <a:bodyPr spcFirstLastPara="1" wrap="square" lIns="68575" tIns="34275" rIns="68575" bIns="34275" anchor="b" anchorCtr="0">
            <a:noAutofit/>
          </a:bodyPr>
          <a:lstStyle>
            <a:lvl1pPr marL="457178" lvl="0" indent="-228588" algn="l">
              <a:spcBef>
                <a:spcPts val="1080"/>
              </a:spcBef>
              <a:spcAft>
                <a:spcPts val="0"/>
              </a:spcAft>
              <a:buSzPts val="5400"/>
              <a:buFont typeface="Arial" panose="020B0604020202020204"/>
              <a:buNone/>
              <a:defRPr sz="5400"/>
            </a:lvl1pPr>
            <a:lvl2pPr marL="914355" lvl="1" indent="-228588" algn="l">
              <a:spcBef>
                <a:spcPts val="1010"/>
              </a:spcBef>
              <a:spcAft>
                <a:spcPts val="0"/>
              </a:spcAft>
              <a:buSzPts val="5040"/>
              <a:buFont typeface="Arial" panose="020B0604020202020204"/>
              <a:buNone/>
              <a:defRPr sz="5040"/>
            </a:lvl2pPr>
            <a:lvl3pPr marL="1371532" lvl="2" indent="-228588" algn="l">
              <a:spcBef>
                <a:spcPts val="865"/>
              </a:spcBef>
              <a:spcAft>
                <a:spcPts val="0"/>
              </a:spcAft>
              <a:buSzPts val="4320"/>
              <a:buFont typeface="Arial" panose="020B0604020202020204"/>
              <a:buNone/>
              <a:defRPr sz="4320"/>
            </a:lvl3pPr>
            <a:lvl4pPr marL="1828709" lvl="3" indent="-228588" algn="l">
              <a:spcBef>
                <a:spcPts val="790"/>
              </a:spcBef>
              <a:spcAft>
                <a:spcPts val="0"/>
              </a:spcAft>
              <a:buSzPts val="3960"/>
              <a:buFont typeface="Arial" panose="020B0604020202020204"/>
              <a:buNone/>
              <a:defRPr sz="3960"/>
            </a:lvl4pPr>
            <a:lvl5pPr marL="2285886" lvl="4" indent="-228588" algn="l">
              <a:spcBef>
                <a:spcPts val="790"/>
              </a:spcBef>
              <a:spcAft>
                <a:spcPts val="0"/>
              </a:spcAft>
              <a:buSzPts val="3960"/>
              <a:buFont typeface="Arial" panose="020B0604020202020204"/>
              <a:buNone/>
              <a:defRPr sz="3960"/>
            </a:lvl5pPr>
            <a:lvl6pPr marL="2743064" lvl="5" indent="-228588" algn="l">
              <a:spcBef>
                <a:spcPts val="790"/>
              </a:spcBef>
              <a:spcAft>
                <a:spcPts val="0"/>
              </a:spcAft>
              <a:buSzPts val="3960"/>
              <a:buFont typeface="Arial" panose="020B0604020202020204"/>
              <a:buNone/>
              <a:defRPr sz="3960"/>
            </a:lvl6pPr>
            <a:lvl7pPr marL="3200240" lvl="6" indent="-228588" algn="l">
              <a:spcBef>
                <a:spcPts val="790"/>
              </a:spcBef>
              <a:spcAft>
                <a:spcPts val="0"/>
              </a:spcAft>
              <a:buSzPts val="3960"/>
              <a:buFont typeface="Arial" panose="020B0604020202020204"/>
              <a:buNone/>
              <a:defRPr sz="3960"/>
            </a:lvl7pPr>
            <a:lvl8pPr marL="3657418" lvl="7" indent="-228588" algn="l">
              <a:spcBef>
                <a:spcPts val="790"/>
              </a:spcBef>
              <a:spcAft>
                <a:spcPts val="0"/>
              </a:spcAft>
              <a:buSzPts val="3960"/>
              <a:buFont typeface="Arial" panose="020B0604020202020204"/>
              <a:buNone/>
              <a:defRPr sz="3960"/>
            </a:lvl8pPr>
            <a:lvl9pPr marL="4114595" lvl="8" indent="-228588" algn="l">
              <a:spcBef>
                <a:spcPts val="790"/>
              </a:spcBef>
              <a:spcAft>
                <a:spcPts val="0"/>
              </a:spcAft>
              <a:buSzPts val="3960"/>
              <a:buFont typeface="Arial" panose="020B0604020202020204"/>
              <a:buNone/>
              <a:defRPr sz="396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2468880" y="975360"/>
            <a:ext cx="27980640" cy="36576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6" name="Google Shape;26;p6"/>
          <p:cNvSpPr txBox="1">
            <a:spLocks noGrp="1"/>
          </p:cNvSpPr>
          <p:nvPr>
            <p:ph type="body" idx="1"/>
          </p:nvPr>
        </p:nvSpPr>
        <p:spPr>
          <a:xfrm>
            <a:off x="2468880" y="5608320"/>
            <a:ext cx="13716000" cy="12679680"/>
          </a:xfrm>
          <a:prstGeom prst="rect">
            <a:avLst/>
          </a:prstGeom>
          <a:noFill/>
          <a:ln>
            <a:noFill/>
          </a:ln>
        </p:spPr>
        <p:txBody>
          <a:bodyPr spcFirstLastPara="1" wrap="square" lIns="68575" tIns="34275" rIns="68575" bIns="34275" anchor="t" anchorCtr="0">
            <a:noAutofit/>
          </a:bodyPr>
          <a:lstStyle>
            <a:lvl1pPr marL="457178" lvl="0" indent="-708624" algn="l">
              <a:spcBef>
                <a:spcPts val="1510"/>
              </a:spcBef>
              <a:spcAft>
                <a:spcPts val="0"/>
              </a:spcAft>
              <a:buSzPts val="7560"/>
              <a:buFont typeface="Arial" panose="020B0604020202020204"/>
              <a:buChar char="•"/>
              <a:defRPr sz="7560"/>
            </a:lvl1pPr>
            <a:lvl2pPr marL="914355" lvl="1" indent="-640048" algn="l">
              <a:spcBef>
                <a:spcPts val="1295"/>
              </a:spcBef>
              <a:spcAft>
                <a:spcPts val="0"/>
              </a:spcAft>
              <a:buSzPts val="6480"/>
              <a:buFont typeface="Arial" panose="020B0604020202020204"/>
              <a:buChar char="–"/>
              <a:defRPr sz="6480"/>
            </a:lvl2pPr>
            <a:lvl3pPr marL="1371532" lvl="2" indent="-571472" algn="l">
              <a:spcBef>
                <a:spcPts val="1080"/>
              </a:spcBef>
              <a:spcAft>
                <a:spcPts val="0"/>
              </a:spcAft>
              <a:buSzPts val="5400"/>
              <a:buFont typeface="Arial" panose="020B0604020202020204"/>
              <a:buChar char="•"/>
              <a:defRPr sz="5400"/>
            </a:lvl3pPr>
            <a:lvl4pPr marL="1828709" lvl="3" indent="-548613" algn="l">
              <a:spcBef>
                <a:spcPts val="1010"/>
              </a:spcBef>
              <a:spcAft>
                <a:spcPts val="0"/>
              </a:spcAft>
              <a:buSzPts val="5040"/>
              <a:buFont typeface="Arial" panose="020B0604020202020204"/>
              <a:buChar char="–"/>
              <a:defRPr sz="5040"/>
            </a:lvl4pPr>
            <a:lvl5pPr marL="2285886" lvl="4" indent="-548613" algn="l">
              <a:spcBef>
                <a:spcPts val="1010"/>
              </a:spcBef>
              <a:spcAft>
                <a:spcPts val="0"/>
              </a:spcAft>
              <a:buSzPts val="5040"/>
              <a:buFont typeface="Arial" panose="020B0604020202020204"/>
              <a:buChar char="»"/>
              <a:defRPr sz="5040"/>
            </a:lvl5pPr>
            <a:lvl6pPr marL="2743064" lvl="5" indent="-548613" algn="l">
              <a:spcBef>
                <a:spcPts val="1010"/>
              </a:spcBef>
              <a:spcAft>
                <a:spcPts val="0"/>
              </a:spcAft>
              <a:buSzPts val="5040"/>
              <a:buFont typeface="Arial" panose="020B0604020202020204"/>
              <a:buChar char="»"/>
              <a:defRPr sz="5040"/>
            </a:lvl6pPr>
            <a:lvl7pPr marL="3200240" lvl="6" indent="-548613" algn="l">
              <a:spcBef>
                <a:spcPts val="1010"/>
              </a:spcBef>
              <a:spcAft>
                <a:spcPts val="0"/>
              </a:spcAft>
              <a:buSzPts val="5040"/>
              <a:buFont typeface="Arial" panose="020B0604020202020204"/>
              <a:buChar char="»"/>
              <a:defRPr sz="5040"/>
            </a:lvl7pPr>
            <a:lvl8pPr marL="3657418" lvl="7" indent="-548613" algn="l">
              <a:spcBef>
                <a:spcPts val="1010"/>
              </a:spcBef>
              <a:spcAft>
                <a:spcPts val="0"/>
              </a:spcAft>
              <a:buSzPts val="5040"/>
              <a:buFont typeface="Arial" panose="020B0604020202020204"/>
              <a:buChar char="»"/>
              <a:defRPr sz="5040"/>
            </a:lvl8pPr>
            <a:lvl9pPr marL="4114595" lvl="8" indent="-548613" algn="l">
              <a:spcBef>
                <a:spcPts val="1010"/>
              </a:spcBef>
              <a:spcAft>
                <a:spcPts val="0"/>
              </a:spcAft>
              <a:buSzPts val="5040"/>
              <a:buFont typeface="Arial" panose="020B0604020202020204"/>
              <a:buChar char="»"/>
              <a:defRPr sz="5040"/>
            </a:lvl9pPr>
          </a:lstStyle>
          <a:p>
            <a:endParaRPr/>
          </a:p>
        </p:txBody>
      </p:sp>
      <p:sp>
        <p:nvSpPr>
          <p:cNvPr id="27" name="Google Shape;27;p6"/>
          <p:cNvSpPr txBox="1">
            <a:spLocks noGrp="1"/>
          </p:cNvSpPr>
          <p:nvPr>
            <p:ph type="body" idx="2"/>
          </p:nvPr>
        </p:nvSpPr>
        <p:spPr>
          <a:xfrm>
            <a:off x="16733520" y="5608320"/>
            <a:ext cx="13716000" cy="12679680"/>
          </a:xfrm>
          <a:prstGeom prst="rect">
            <a:avLst/>
          </a:prstGeom>
          <a:noFill/>
          <a:ln>
            <a:noFill/>
          </a:ln>
        </p:spPr>
        <p:txBody>
          <a:bodyPr spcFirstLastPara="1" wrap="square" lIns="68575" tIns="34275" rIns="68575" bIns="34275" anchor="t" anchorCtr="0">
            <a:noAutofit/>
          </a:bodyPr>
          <a:lstStyle>
            <a:lvl1pPr marL="457178" lvl="0" indent="-708624" algn="l">
              <a:spcBef>
                <a:spcPts val="1510"/>
              </a:spcBef>
              <a:spcAft>
                <a:spcPts val="0"/>
              </a:spcAft>
              <a:buSzPts val="7560"/>
              <a:buFont typeface="Arial" panose="020B0604020202020204"/>
              <a:buChar char="•"/>
              <a:defRPr sz="7560"/>
            </a:lvl1pPr>
            <a:lvl2pPr marL="914355" lvl="1" indent="-640048" algn="l">
              <a:spcBef>
                <a:spcPts val="1295"/>
              </a:spcBef>
              <a:spcAft>
                <a:spcPts val="0"/>
              </a:spcAft>
              <a:buSzPts val="6480"/>
              <a:buFont typeface="Arial" panose="020B0604020202020204"/>
              <a:buChar char="–"/>
              <a:defRPr sz="6480"/>
            </a:lvl2pPr>
            <a:lvl3pPr marL="1371532" lvl="2" indent="-571472" algn="l">
              <a:spcBef>
                <a:spcPts val="1080"/>
              </a:spcBef>
              <a:spcAft>
                <a:spcPts val="0"/>
              </a:spcAft>
              <a:buSzPts val="5400"/>
              <a:buFont typeface="Arial" panose="020B0604020202020204"/>
              <a:buChar char="•"/>
              <a:defRPr sz="5400"/>
            </a:lvl3pPr>
            <a:lvl4pPr marL="1828709" lvl="3" indent="-548613" algn="l">
              <a:spcBef>
                <a:spcPts val="1010"/>
              </a:spcBef>
              <a:spcAft>
                <a:spcPts val="0"/>
              </a:spcAft>
              <a:buSzPts val="5040"/>
              <a:buFont typeface="Arial" panose="020B0604020202020204"/>
              <a:buChar char="–"/>
              <a:defRPr sz="5040"/>
            </a:lvl4pPr>
            <a:lvl5pPr marL="2285886" lvl="4" indent="-548613" algn="l">
              <a:spcBef>
                <a:spcPts val="1010"/>
              </a:spcBef>
              <a:spcAft>
                <a:spcPts val="0"/>
              </a:spcAft>
              <a:buSzPts val="5040"/>
              <a:buFont typeface="Arial" panose="020B0604020202020204"/>
              <a:buChar char="»"/>
              <a:defRPr sz="5040"/>
            </a:lvl5pPr>
            <a:lvl6pPr marL="2743064" lvl="5" indent="-548613" algn="l">
              <a:spcBef>
                <a:spcPts val="1010"/>
              </a:spcBef>
              <a:spcAft>
                <a:spcPts val="0"/>
              </a:spcAft>
              <a:buSzPts val="5040"/>
              <a:buFont typeface="Arial" panose="020B0604020202020204"/>
              <a:buChar char="»"/>
              <a:defRPr sz="5040"/>
            </a:lvl6pPr>
            <a:lvl7pPr marL="3200240" lvl="6" indent="-548613" algn="l">
              <a:spcBef>
                <a:spcPts val="1010"/>
              </a:spcBef>
              <a:spcAft>
                <a:spcPts val="0"/>
              </a:spcAft>
              <a:buSzPts val="5040"/>
              <a:buFont typeface="Arial" panose="020B0604020202020204"/>
              <a:buChar char="»"/>
              <a:defRPr sz="5040"/>
            </a:lvl7pPr>
            <a:lvl8pPr marL="3657418" lvl="7" indent="-548613" algn="l">
              <a:spcBef>
                <a:spcPts val="1010"/>
              </a:spcBef>
              <a:spcAft>
                <a:spcPts val="0"/>
              </a:spcAft>
              <a:buSzPts val="5040"/>
              <a:buFont typeface="Arial" panose="020B0604020202020204"/>
              <a:buChar char="»"/>
              <a:defRPr sz="5040"/>
            </a:lvl8pPr>
            <a:lvl9pPr marL="4114595" lvl="8" indent="-548613" algn="l">
              <a:spcBef>
                <a:spcPts val="1010"/>
              </a:spcBef>
              <a:spcAft>
                <a:spcPts val="0"/>
              </a:spcAft>
              <a:buSzPts val="5040"/>
              <a:buFont typeface="Arial" panose="020B0604020202020204"/>
              <a:buChar char="»"/>
              <a:defRPr sz="504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645920" y="878844"/>
            <a:ext cx="29626560" cy="36576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0" name="Google Shape;30;p7"/>
          <p:cNvSpPr txBox="1">
            <a:spLocks noGrp="1"/>
          </p:cNvSpPr>
          <p:nvPr>
            <p:ph type="body" idx="1"/>
          </p:nvPr>
        </p:nvSpPr>
        <p:spPr>
          <a:xfrm>
            <a:off x="1645922" y="4912377"/>
            <a:ext cx="14544677" cy="2047241"/>
          </a:xfrm>
          <a:prstGeom prst="rect">
            <a:avLst/>
          </a:prstGeom>
          <a:noFill/>
          <a:ln>
            <a:noFill/>
          </a:ln>
        </p:spPr>
        <p:txBody>
          <a:bodyPr spcFirstLastPara="1" wrap="square" lIns="68575" tIns="34275" rIns="68575" bIns="34275" anchor="b" anchorCtr="0">
            <a:noAutofit/>
          </a:bodyPr>
          <a:lstStyle>
            <a:lvl1pPr marL="457178" lvl="0" indent="-228588" algn="l">
              <a:spcBef>
                <a:spcPts val="1295"/>
              </a:spcBef>
              <a:spcAft>
                <a:spcPts val="0"/>
              </a:spcAft>
              <a:buSzPts val="6480"/>
              <a:buFont typeface="Arial" panose="020B0604020202020204"/>
              <a:buNone/>
              <a:defRPr sz="6480" b="1"/>
            </a:lvl1pPr>
            <a:lvl2pPr marL="914355" lvl="1" indent="-228588" algn="l">
              <a:spcBef>
                <a:spcPts val="1080"/>
              </a:spcBef>
              <a:spcAft>
                <a:spcPts val="0"/>
              </a:spcAft>
              <a:buSzPts val="5400"/>
              <a:buFont typeface="Arial" panose="020B0604020202020204"/>
              <a:buNone/>
              <a:defRPr sz="5400" b="1"/>
            </a:lvl2pPr>
            <a:lvl3pPr marL="1371532" lvl="2" indent="-228588" algn="l">
              <a:spcBef>
                <a:spcPts val="1010"/>
              </a:spcBef>
              <a:spcAft>
                <a:spcPts val="0"/>
              </a:spcAft>
              <a:buSzPts val="5040"/>
              <a:buFont typeface="Arial" panose="020B0604020202020204"/>
              <a:buNone/>
              <a:defRPr sz="5040" b="1"/>
            </a:lvl3pPr>
            <a:lvl4pPr marL="1828709" lvl="3" indent="-228588" algn="l">
              <a:spcBef>
                <a:spcPts val="865"/>
              </a:spcBef>
              <a:spcAft>
                <a:spcPts val="0"/>
              </a:spcAft>
              <a:buSzPts val="4320"/>
              <a:buFont typeface="Arial" panose="020B0604020202020204"/>
              <a:buNone/>
              <a:defRPr sz="4320" b="1"/>
            </a:lvl4pPr>
            <a:lvl5pPr marL="2285886" lvl="4" indent="-228588" algn="l">
              <a:spcBef>
                <a:spcPts val="865"/>
              </a:spcBef>
              <a:spcAft>
                <a:spcPts val="0"/>
              </a:spcAft>
              <a:buSzPts val="4320"/>
              <a:buFont typeface="Arial" panose="020B0604020202020204"/>
              <a:buNone/>
              <a:defRPr sz="4320" b="1"/>
            </a:lvl5pPr>
            <a:lvl6pPr marL="2743064" lvl="5" indent="-228588" algn="l">
              <a:spcBef>
                <a:spcPts val="865"/>
              </a:spcBef>
              <a:spcAft>
                <a:spcPts val="0"/>
              </a:spcAft>
              <a:buSzPts val="4320"/>
              <a:buFont typeface="Arial" panose="020B0604020202020204"/>
              <a:buNone/>
              <a:defRPr sz="4320" b="1"/>
            </a:lvl6pPr>
            <a:lvl7pPr marL="3200240" lvl="6" indent="-228588" algn="l">
              <a:spcBef>
                <a:spcPts val="865"/>
              </a:spcBef>
              <a:spcAft>
                <a:spcPts val="0"/>
              </a:spcAft>
              <a:buSzPts val="4320"/>
              <a:buFont typeface="Arial" panose="020B0604020202020204"/>
              <a:buNone/>
              <a:defRPr sz="4320" b="1"/>
            </a:lvl7pPr>
            <a:lvl8pPr marL="3657418" lvl="7" indent="-228588" algn="l">
              <a:spcBef>
                <a:spcPts val="865"/>
              </a:spcBef>
              <a:spcAft>
                <a:spcPts val="0"/>
              </a:spcAft>
              <a:buSzPts val="4320"/>
              <a:buFont typeface="Arial" panose="020B0604020202020204"/>
              <a:buNone/>
              <a:defRPr sz="4320" b="1"/>
            </a:lvl8pPr>
            <a:lvl9pPr marL="4114595" lvl="8" indent="-228588" algn="l">
              <a:spcBef>
                <a:spcPts val="865"/>
              </a:spcBef>
              <a:spcAft>
                <a:spcPts val="0"/>
              </a:spcAft>
              <a:buSzPts val="4320"/>
              <a:buFont typeface="Arial" panose="020B0604020202020204"/>
              <a:buNone/>
              <a:defRPr sz="4320" b="1"/>
            </a:lvl9pPr>
          </a:lstStyle>
          <a:p>
            <a:endParaRPr/>
          </a:p>
        </p:txBody>
      </p:sp>
      <p:sp>
        <p:nvSpPr>
          <p:cNvPr id="31" name="Google Shape;31;p7"/>
          <p:cNvSpPr txBox="1">
            <a:spLocks noGrp="1"/>
          </p:cNvSpPr>
          <p:nvPr>
            <p:ph type="body" idx="2"/>
          </p:nvPr>
        </p:nvSpPr>
        <p:spPr>
          <a:xfrm>
            <a:off x="1645922" y="6959600"/>
            <a:ext cx="14544677" cy="12644122"/>
          </a:xfrm>
          <a:prstGeom prst="rect">
            <a:avLst/>
          </a:prstGeom>
          <a:noFill/>
          <a:ln>
            <a:noFill/>
          </a:ln>
        </p:spPr>
        <p:txBody>
          <a:bodyPr spcFirstLastPara="1" wrap="square" lIns="68575" tIns="34275" rIns="68575" bIns="34275" anchor="t" anchorCtr="0">
            <a:noAutofit/>
          </a:bodyPr>
          <a:lstStyle>
            <a:lvl1pPr marL="457178" lvl="0" indent="-640048" algn="l">
              <a:spcBef>
                <a:spcPts val="1295"/>
              </a:spcBef>
              <a:spcAft>
                <a:spcPts val="0"/>
              </a:spcAft>
              <a:buSzPts val="6480"/>
              <a:buFont typeface="Arial" panose="020B0604020202020204"/>
              <a:buChar char="•"/>
              <a:defRPr sz="6480"/>
            </a:lvl1pPr>
            <a:lvl2pPr marL="914355" lvl="1" indent="-571472" algn="l">
              <a:spcBef>
                <a:spcPts val="1080"/>
              </a:spcBef>
              <a:spcAft>
                <a:spcPts val="0"/>
              </a:spcAft>
              <a:buSzPts val="5400"/>
              <a:buFont typeface="Arial" panose="020B0604020202020204"/>
              <a:buChar char="–"/>
              <a:defRPr sz="5400"/>
            </a:lvl2pPr>
            <a:lvl3pPr marL="1371532" lvl="2" indent="-548613" algn="l">
              <a:spcBef>
                <a:spcPts val="1010"/>
              </a:spcBef>
              <a:spcAft>
                <a:spcPts val="0"/>
              </a:spcAft>
              <a:buSzPts val="5040"/>
              <a:buFont typeface="Arial" panose="020B0604020202020204"/>
              <a:buChar char="•"/>
              <a:defRPr sz="5040"/>
            </a:lvl3pPr>
            <a:lvl4pPr marL="1828709" lvl="3" indent="-502895" algn="l">
              <a:spcBef>
                <a:spcPts val="865"/>
              </a:spcBef>
              <a:spcAft>
                <a:spcPts val="0"/>
              </a:spcAft>
              <a:buSzPts val="4320"/>
              <a:buFont typeface="Arial" panose="020B0604020202020204"/>
              <a:buChar char="–"/>
              <a:defRPr sz="4320"/>
            </a:lvl4pPr>
            <a:lvl5pPr marL="2285886" lvl="4" indent="-502895" algn="l">
              <a:spcBef>
                <a:spcPts val="865"/>
              </a:spcBef>
              <a:spcAft>
                <a:spcPts val="0"/>
              </a:spcAft>
              <a:buSzPts val="4320"/>
              <a:buFont typeface="Arial" panose="020B0604020202020204"/>
              <a:buChar char="»"/>
              <a:defRPr sz="4320"/>
            </a:lvl5pPr>
            <a:lvl6pPr marL="2743064" lvl="5" indent="-502895" algn="l">
              <a:spcBef>
                <a:spcPts val="865"/>
              </a:spcBef>
              <a:spcAft>
                <a:spcPts val="0"/>
              </a:spcAft>
              <a:buSzPts val="4320"/>
              <a:buFont typeface="Arial" panose="020B0604020202020204"/>
              <a:buChar char="»"/>
              <a:defRPr sz="4320"/>
            </a:lvl6pPr>
            <a:lvl7pPr marL="3200240" lvl="6" indent="-502895" algn="l">
              <a:spcBef>
                <a:spcPts val="865"/>
              </a:spcBef>
              <a:spcAft>
                <a:spcPts val="0"/>
              </a:spcAft>
              <a:buSzPts val="4320"/>
              <a:buFont typeface="Arial" panose="020B0604020202020204"/>
              <a:buChar char="»"/>
              <a:defRPr sz="4320"/>
            </a:lvl7pPr>
            <a:lvl8pPr marL="3657418" lvl="7" indent="-502895" algn="l">
              <a:spcBef>
                <a:spcPts val="865"/>
              </a:spcBef>
              <a:spcAft>
                <a:spcPts val="0"/>
              </a:spcAft>
              <a:buSzPts val="4320"/>
              <a:buFont typeface="Arial" panose="020B0604020202020204"/>
              <a:buChar char="»"/>
              <a:defRPr sz="4320"/>
            </a:lvl8pPr>
            <a:lvl9pPr marL="4114595" lvl="8" indent="-502895" algn="l">
              <a:spcBef>
                <a:spcPts val="865"/>
              </a:spcBef>
              <a:spcAft>
                <a:spcPts val="0"/>
              </a:spcAft>
              <a:buSzPts val="4320"/>
              <a:buFont typeface="Arial" panose="020B0604020202020204"/>
              <a:buChar char="»"/>
              <a:defRPr sz="4320"/>
            </a:lvl9pPr>
          </a:lstStyle>
          <a:p>
            <a:endParaRPr/>
          </a:p>
        </p:txBody>
      </p:sp>
      <p:sp>
        <p:nvSpPr>
          <p:cNvPr id="32" name="Google Shape;32;p7"/>
          <p:cNvSpPr txBox="1">
            <a:spLocks noGrp="1"/>
          </p:cNvSpPr>
          <p:nvPr>
            <p:ph type="body" idx="3"/>
          </p:nvPr>
        </p:nvSpPr>
        <p:spPr>
          <a:xfrm>
            <a:off x="16722099" y="4912377"/>
            <a:ext cx="14550390" cy="2047241"/>
          </a:xfrm>
          <a:prstGeom prst="rect">
            <a:avLst/>
          </a:prstGeom>
          <a:noFill/>
          <a:ln>
            <a:noFill/>
          </a:ln>
        </p:spPr>
        <p:txBody>
          <a:bodyPr spcFirstLastPara="1" wrap="square" lIns="68575" tIns="34275" rIns="68575" bIns="34275" anchor="b" anchorCtr="0">
            <a:noAutofit/>
          </a:bodyPr>
          <a:lstStyle>
            <a:lvl1pPr marL="457178" lvl="0" indent="-228588" algn="l">
              <a:spcBef>
                <a:spcPts val="1295"/>
              </a:spcBef>
              <a:spcAft>
                <a:spcPts val="0"/>
              </a:spcAft>
              <a:buSzPts val="6480"/>
              <a:buFont typeface="Arial" panose="020B0604020202020204"/>
              <a:buNone/>
              <a:defRPr sz="6480" b="1"/>
            </a:lvl1pPr>
            <a:lvl2pPr marL="914355" lvl="1" indent="-228588" algn="l">
              <a:spcBef>
                <a:spcPts val="1080"/>
              </a:spcBef>
              <a:spcAft>
                <a:spcPts val="0"/>
              </a:spcAft>
              <a:buSzPts val="5400"/>
              <a:buFont typeface="Arial" panose="020B0604020202020204"/>
              <a:buNone/>
              <a:defRPr sz="5400" b="1"/>
            </a:lvl2pPr>
            <a:lvl3pPr marL="1371532" lvl="2" indent="-228588" algn="l">
              <a:spcBef>
                <a:spcPts val="1010"/>
              </a:spcBef>
              <a:spcAft>
                <a:spcPts val="0"/>
              </a:spcAft>
              <a:buSzPts val="5040"/>
              <a:buFont typeface="Arial" panose="020B0604020202020204"/>
              <a:buNone/>
              <a:defRPr sz="5040" b="1"/>
            </a:lvl3pPr>
            <a:lvl4pPr marL="1828709" lvl="3" indent="-228588" algn="l">
              <a:spcBef>
                <a:spcPts val="865"/>
              </a:spcBef>
              <a:spcAft>
                <a:spcPts val="0"/>
              </a:spcAft>
              <a:buSzPts val="4320"/>
              <a:buFont typeface="Arial" panose="020B0604020202020204"/>
              <a:buNone/>
              <a:defRPr sz="4320" b="1"/>
            </a:lvl4pPr>
            <a:lvl5pPr marL="2285886" lvl="4" indent="-228588" algn="l">
              <a:spcBef>
                <a:spcPts val="865"/>
              </a:spcBef>
              <a:spcAft>
                <a:spcPts val="0"/>
              </a:spcAft>
              <a:buSzPts val="4320"/>
              <a:buFont typeface="Arial" panose="020B0604020202020204"/>
              <a:buNone/>
              <a:defRPr sz="4320" b="1"/>
            </a:lvl5pPr>
            <a:lvl6pPr marL="2743064" lvl="5" indent="-228588" algn="l">
              <a:spcBef>
                <a:spcPts val="865"/>
              </a:spcBef>
              <a:spcAft>
                <a:spcPts val="0"/>
              </a:spcAft>
              <a:buSzPts val="4320"/>
              <a:buFont typeface="Arial" panose="020B0604020202020204"/>
              <a:buNone/>
              <a:defRPr sz="4320" b="1"/>
            </a:lvl6pPr>
            <a:lvl7pPr marL="3200240" lvl="6" indent="-228588" algn="l">
              <a:spcBef>
                <a:spcPts val="865"/>
              </a:spcBef>
              <a:spcAft>
                <a:spcPts val="0"/>
              </a:spcAft>
              <a:buSzPts val="4320"/>
              <a:buFont typeface="Arial" panose="020B0604020202020204"/>
              <a:buNone/>
              <a:defRPr sz="4320" b="1"/>
            </a:lvl7pPr>
            <a:lvl8pPr marL="3657418" lvl="7" indent="-228588" algn="l">
              <a:spcBef>
                <a:spcPts val="865"/>
              </a:spcBef>
              <a:spcAft>
                <a:spcPts val="0"/>
              </a:spcAft>
              <a:buSzPts val="4320"/>
              <a:buFont typeface="Arial" panose="020B0604020202020204"/>
              <a:buNone/>
              <a:defRPr sz="4320" b="1"/>
            </a:lvl8pPr>
            <a:lvl9pPr marL="4114595" lvl="8" indent="-228588" algn="l">
              <a:spcBef>
                <a:spcPts val="865"/>
              </a:spcBef>
              <a:spcAft>
                <a:spcPts val="0"/>
              </a:spcAft>
              <a:buSzPts val="4320"/>
              <a:buFont typeface="Arial" panose="020B0604020202020204"/>
              <a:buNone/>
              <a:defRPr sz="4320" b="1"/>
            </a:lvl9pPr>
          </a:lstStyle>
          <a:p>
            <a:endParaRPr/>
          </a:p>
        </p:txBody>
      </p:sp>
      <p:sp>
        <p:nvSpPr>
          <p:cNvPr id="33" name="Google Shape;33;p7"/>
          <p:cNvSpPr txBox="1">
            <a:spLocks noGrp="1"/>
          </p:cNvSpPr>
          <p:nvPr>
            <p:ph type="body" idx="4"/>
          </p:nvPr>
        </p:nvSpPr>
        <p:spPr>
          <a:xfrm>
            <a:off x="16722099" y="6959600"/>
            <a:ext cx="14550390" cy="12644122"/>
          </a:xfrm>
          <a:prstGeom prst="rect">
            <a:avLst/>
          </a:prstGeom>
          <a:noFill/>
          <a:ln>
            <a:noFill/>
          </a:ln>
        </p:spPr>
        <p:txBody>
          <a:bodyPr spcFirstLastPara="1" wrap="square" lIns="68575" tIns="34275" rIns="68575" bIns="34275" anchor="t" anchorCtr="0">
            <a:noAutofit/>
          </a:bodyPr>
          <a:lstStyle>
            <a:lvl1pPr marL="457178" lvl="0" indent="-640048" algn="l">
              <a:spcBef>
                <a:spcPts val="1295"/>
              </a:spcBef>
              <a:spcAft>
                <a:spcPts val="0"/>
              </a:spcAft>
              <a:buSzPts val="6480"/>
              <a:buFont typeface="Arial" panose="020B0604020202020204"/>
              <a:buChar char="•"/>
              <a:defRPr sz="6480"/>
            </a:lvl1pPr>
            <a:lvl2pPr marL="914355" lvl="1" indent="-571472" algn="l">
              <a:spcBef>
                <a:spcPts val="1080"/>
              </a:spcBef>
              <a:spcAft>
                <a:spcPts val="0"/>
              </a:spcAft>
              <a:buSzPts val="5400"/>
              <a:buFont typeface="Arial" panose="020B0604020202020204"/>
              <a:buChar char="–"/>
              <a:defRPr sz="5400"/>
            </a:lvl2pPr>
            <a:lvl3pPr marL="1371532" lvl="2" indent="-548613" algn="l">
              <a:spcBef>
                <a:spcPts val="1010"/>
              </a:spcBef>
              <a:spcAft>
                <a:spcPts val="0"/>
              </a:spcAft>
              <a:buSzPts val="5040"/>
              <a:buFont typeface="Arial" panose="020B0604020202020204"/>
              <a:buChar char="•"/>
              <a:defRPr sz="5040"/>
            </a:lvl3pPr>
            <a:lvl4pPr marL="1828709" lvl="3" indent="-502895" algn="l">
              <a:spcBef>
                <a:spcPts val="865"/>
              </a:spcBef>
              <a:spcAft>
                <a:spcPts val="0"/>
              </a:spcAft>
              <a:buSzPts val="4320"/>
              <a:buFont typeface="Arial" panose="020B0604020202020204"/>
              <a:buChar char="–"/>
              <a:defRPr sz="4320"/>
            </a:lvl4pPr>
            <a:lvl5pPr marL="2285886" lvl="4" indent="-502895" algn="l">
              <a:spcBef>
                <a:spcPts val="865"/>
              </a:spcBef>
              <a:spcAft>
                <a:spcPts val="0"/>
              </a:spcAft>
              <a:buSzPts val="4320"/>
              <a:buFont typeface="Arial" panose="020B0604020202020204"/>
              <a:buChar char="»"/>
              <a:defRPr sz="4320"/>
            </a:lvl5pPr>
            <a:lvl6pPr marL="2743064" lvl="5" indent="-502895" algn="l">
              <a:spcBef>
                <a:spcPts val="865"/>
              </a:spcBef>
              <a:spcAft>
                <a:spcPts val="0"/>
              </a:spcAft>
              <a:buSzPts val="4320"/>
              <a:buFont typeface="Arial" panose="020B0604020202020204"/>
              <a:buChar char="»"/>
              <a:defRPr sz="4320"/>
            </a:lvl6pPr>
            <a:lvl7pPr marL="3200240" lvl="6" indent="-502895" algn="l">
              <a:spcBef>
                <a:spcPts val="865"/>
              </a:spcBef>
              <a:spcAft>
                <a:spcPts val="0"/>
              </a:spcAft>
              <a:buSzPts val="4320"/>
              <a:buFont typeface="Arial" panose="020B0604020202020204"/>
              <a:buChar char="»"/>
              <a:defRPr sz="4320"/>
            </a:lvl7pPr>
            <a:lvl8pPr marL="3657418" lvl="7" indent="-502895" algn="l">
              <a:spcBef>
                <a:spcPts val="865"/>
              </a:spcBef>
              <a:spcAft>
                <a:spcPts val="0"/>
              </a:spcAft>
              <a:buSzPts val="4320"/>
              <a:buFont typeface="Arial" panose="020B0604020202020204"/>
              <a:buChar char="»"/>
              <a:defRPr sz="4320"/>
            </a:lvl8pPr>
            <a:lvl9pPr marL="4114595" lvl="8" indent="-502895" algn="l">
              <a:spcBef>
                <a:spcPts val="865"/>
              </a:spcBef>
              <a:spcAft>
                <a:spcPts val="0"/>
              </a:spcAft>
              <a:buSzPts val="4320"/>
              <a:buFont typeface="Arial" panose="020B0604020202020204"/>
              <a:buChar char="»"/>
              <a:defRPr sz="432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2468880" y="975360"/>
            <a:ext cx="27980640" cy="36576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6"/>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7"/>
        <p:cNvGrpSpPr/>
        <p:nvPr/>
      </p:nvGrpSpPr>
      <p:grpSpPr>
        <a:xfrm>
          <a:off x="0" y="0"/>
          <a:ext cx="0" cy="0"/>
          <a:chOff x="0" y="0"/>
          <a:chExt cx="0" cy="0"/>
        </a:xfrm>
      </p:grpSpPr>
      <p:sp>
        <p:nvSpPr>
          <p:cNvPr id="38" name="Google Shape;38;p10"/>
          <p:cNvSpPr txBox="1">
            <a:spLocks noGrp="1"/>
          </p:cNvSpPr>
          <p:nvPr>
            <p:ph type="title"/>
          </p:nvPr>
        </p:nvSpPr>
        <p:spPr>
          <a:xfrm>
            <a:off x="1645938" y="873772"/>
            <a:ext cx="10829927" cy="3718562"/>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400"/>
              <a:buNone/>
              <a:defRPr sz="54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9" name="Google Shape;39;p10"/>
          <p:cNvSpPr txBox="1">
            <a:spLocks noGrp="1"/>
          </p:cNvSpPr>
          <p:nvPr>
            <p:ph type="body" idx="1"/>
          </p:nvPr>
        </p:nvSpPr>
        <p:spPr>
          <a:xfrm>
            <a:off x="12870180" y="873783"/>
            <a:ext cx="18402300" cy="18729963"/>
          </a:xfrm>
          <a:prstGeom prst="rect">
            <a:avLst/>
          </a:prstGeom>
          <a:noFill/>
          <a:ln>
            <a:noFill/>
          </a:ln>
        </p:spPr>
        <p:txBody>
          <a:bodyPr spcFirstLastPara="1" wrap="square" lIns="68575" tIns="34275" rIns="68575" bIns="34275" anchor="t" anchorCtr="0">
            <a:noAutofit/>
          </a:bodyPr>
          <a:lstStyle>
            <a:lvl1pPr marL="457178" lvl="0" indent="-777202" algn="l">
              <a:spcBef>
                <a:spcPts val="1730"/>
              </a:spcBef>
              <a:spcAft>
                <a:spcPts val="0"/>
              </a:spcAft>
              <a:buSzPts val="8640"/>
              <a:buFont typeface="Arial" panose="020B0604020202020204"/>
              <a:buChar char="•"/>
              <a:defRPr sz="8640"/>
            </a:lvl1pPr>
            <a:lvl2pPr marL="914355" lvl="1" indent="-708624" algn="l">
              <a:spcBef>
                <a:spcPts val="1510"/>
              </a:spcBef>
              <a:spcAft>
                <a:spcPts val="0"/>
              </a:spcAft>
              <a:buSzPts val="7560"/>
              <a:buFont typeface="Arial" panose="020B0604020202020204"/>
              <a:buChar char="–"/>
              <a:defRPr sz="7560"/>
            </a:lvl2pPr>
            <a:lvl3pPr marL="1371532" lvl="2" indent="-640048" algn="l">
              <a:spcBef>
                <a:spcPts val="1295"/>
              </a:spcBef>
              <a:spcAft>
                <a:spcPts val="0"/>
              </a:spcAft>
              <a:buSzPts val="6480"/>
              <a:buFont typeface="Arial" panose="020B0604020202020204"/>
              <a:buChar char="•"/>
              <a:defRPr sz="6480"/>
            </a:lvl3pPr>
            <a:lvl4pPr marL="1828709" lvl="3" indent="-571472" algn="l">
              <a:spcBef>
                <a:spcPts val="1080"/>
              </a:spcBef>
              <a:spcAft>
                <a:spcPts val="0"/>
              </a:spcAft>
              <a:buSzPts val="5400"/>
              <a:buFont typeface="Arial" panose="020B0604020202020204"/>
              <a:buChar char="–"/>
              <a:defRPr sz="5400"/>
            </a:lvl4pPr>
            <a:lvl5pPr marL="2285886" lvl="4" indent="-571472" algn="l">
              <a:spcBef>
                <a:spcPts val="1080"/>
              </a:spcBef>
              <a:spcAft>
                <a:spcPts val="0"/>
              </a:spcAft>
              <a:buSzPts val="5400"/>
              <a:buFont typeface="Arial" panose="020B0604020202020204"/>
              <a:buChar char="»"/>
              <a:defRPr sz="5400"/>
            </a:lvl5pPr>
            <a:lvl6pPr marL="2743064" lvl="5" indent="-571472" algn="l">
              <a:spcBef>
                <a:spcPts val="1080"/>
              </a:spcBef>
              <a:spcAft>
                <a:spcPts val="0"/>
              </a:spcAft>
              <a:buSzPts val="5400"/>
              <a:buFont typeface="Arial" panose="020B0604020202020204"/>
              <a:buChar char="»"/>
              <a:defRPr sz="5400"/>
            </a:lvl6pPr>
            <a:lvl7pPr marL="3200240" lvl="6" indent="-571472" algn="l">
              <a:spcBef>
                <a:spcPts val="1080"/>
              </a:spcBef>
              <a:spcAft>
                <a:spcPts val="0"/>
              </a:spcAft>
              <a:buSzPts val="5400"/>
              <a:buFont typeface="Arial" panose="020B0604020202020204"/>
              <a:buChar char="»"/>
              <a:defRPr sz="5400"/>
            </a:lvl7pPr>
            <a:lvl8pPr marL="3657418" lvl="7" indent="-571472" algn="l">
              <a:spcBef>
                <a:spcPts val="1080"/>
              </a:spcBef>
              <a:spcAft>
                <a:spcPts val="0"/>
              </a:spcAft>
              <a:buSzPts val="5400"/>
              <a:buFont typeface="Arial" panose="020B0604020202020204"/>
              <a:buChar char="»"/>
              <a:defRPr sz="5400"/>
            </a:lvl8pPr>
            <a:lvl9pPr marL="4114595" lvl="8" indent="-571472" algn="l">
              <a:spcBef>
                <a:spcPts val="1080"/>
              </a:spcBef>
              <a:spcAft>
                <a:spcPts val="0"/>
              </a:spcAft>
              <a:buSzPts val="5400"/>
              <a:buFont typeface="Arial" panose="020B0604020202020204"/>
              <a:buChar char="»"/>
              <a:defRPr sz="5400"/>
            </a:lvl9pPr>
          </a:lstStyle>
          <a:p>
            <a:endParaRPr/>
          </a:p>
        </p:txBody>
      </p:sp>
      <p:sp>
        <p:nvSpPr>
          <p:cNvPr id="40" name="Google Shape;40;p10"/>
          <p:cNvSpPr txBox="1">
            <a:spLocks noGrp="1"/>
          </p:cNvSpPr>
          <p:nvPr>
            <p:ph type="body" idx="2"/>
          </p:nvPr>
        </p:nvSpPr>
        <p:spPr>
          <a:xfrm>
            <a:off x="1645938" y="4592337"/>
            <a:ext cx="10829927" cy="15011401"/>
          </a:xfrm>
          <a:prstGeom prst="rect">
            <a:avLst/>
          </a:prstGeom>
          <a:noFill/>
          <a:ln>
            <a:noFill/>
          </a:ln>
        </p:spPr>
        <p:txBody>
          <a:bodyPr spcFirstLastPara="1" wrap="square" lIns="68575" tIns="34275" rIns="68575" bIns="34275" anchor="t" anchorCtr="0">
            <a:noAutofit/>
          </a:bodyPr>
          <a:lstStyle>
            <a:lvl1pPr marL="457178" lvl="0" indent="-228588" algn="l">
              <a:spcBef>
                <a:spcPts val="790"/>
              </a:spcBef>
              <a:spcAft>
                <a:spcPts val="0"/>
              </a:spcAft>
              <a:buSzPts val="3960"/>
              <a:buFont typeface="Arial" panose="020B0604020202020204"/>
              <a:buNone/>
              <a:defRPr sz="3960"/>
            </a:lvl1pPr>
            <a:lvl2pPr marL="914355" lvl="1" indent="-228588" algn="l">
              <a:spcBef>
                <a:spcPts val="650"/>
              </a:spcBef>
              <a:spcAft>
                <a:spcPts val="0"/>
              </a:spcAft>
              <a:buSzPts val="3240"/>
              <a:buFont typeface="Arial" panose="020B0604020202020204"/>
              <a:buNone/>
              <a:defRPr sz="3240"/>
            </a:lvl2pPr>
            <a:lvl3pPr marL="1371532" lvl="2" indent="-228588" algn="l">
              <a:spcBef>
                <a:spcPts val="575"/>
              </a:spcBef>
              <a:spcAft>
                <a:spcPts val="0"/>
              </a:spcAft>
              <a:buSzPts val="2880"/>
              <a:buFont typeface="Arial" panose="020B0604020202020204"/>
              <a:buNone/>
              <a:defRPr sz="2880"/>
            </a:lvl3pPr>
            <a:lvl4pPr marL="1828709" lvl="3" indent="-228588" algn="l">
              <a:spcBef>
                <a:spcPts val="505"/>
              </a:spcBef>
              <a:spcAft>
                <a:spcPts val="0"/>
              </a:spcAft>
              <a:buSzPts val="2520"/>
              <a:buFont typeface="Arial" panose="020B0604020202020204"/>
              <a:buNone/>
              <a:defRPr sz="2520"/>
            </a:lvl4pPr>
            <a:lvl5pPr marL="2285886" lvl="4" indent="-228588" algn="l">
              <a:spcBef>
                <a:spcPts val="505"/>
              </a:spcBef>
              <a:spcAft>
                <a:spcPts val="0"/>
              </a:spcAft>
              <a:buSzPts val="2520"/>
              <a:buFont typeface="Arial" panose="020B0604020202020204"/>
              <a:buNone/>
              <a:defRPr sz="2520"/>
            </a:lvl5pPr>
            <a:lvl6pPr marL="2743064" lvl="5" indent="-228588" algn="l">
              <a:spcBef>
                <a:spcPts val="505"/>
              </a:spcBef>
              <a:spcAft>
                <a:spcPts val="0"/>
              </a:spcAft>
              <a:buSzPts val="2520"/>
              <a:buFont typeface="Arial" panose="020B0604020202020204"/>
              <a:buNone/>
              <a:defRPr sz="2520"/>
            </a:lvl6pPr>
            <a:lvl7pPr marL="3200240" lvl="6" indent="-228588" algn="l">
              <a:spcBef>
                <a:spcPts val="505"/>
              </a:spcBef>
              <a:spcAft>
                <a:spcPts val="0"/>
              </a:spcAft>
              <a:buSzPts val="2520"/>
              <a:buFont typeface="Arial" panose="020B0604020202020204"/>
              <a:buNone/>
              <a:defRPr sz="2520"/>
            </a:lvl7pPr>
            <a:lvl8pPr marL="3657418" lvl="7" indent="-228588" algn="l">
              <a:spcBef>
                <a:spcPts val="505"/>
              </a:spcBef>
              <a:spcAft>
                <a:spcPts val="0"/>
              </a:spcAft>
              <a:buSzPts val="2520"/>
              <a:buFont typeface="Arial" panose="020B0604020202020204"/>
              <a:buNone/>
              <a:defRPr sz="2520"/>
            </a:lvl8pPr>
            <a:lvl9pPr marL="4114595" lvl="8" indent="-228588" algn="l">
              <a:spcBef>
                <a:spcPts val="505"/>
              </a:spcBef>
              <a:spcAft>
                <a:spcPts val="0"/>
              </a:spcAft>
              <a:buSzPts val="2520"/>
              <a:buFont typeface="Arial" panose="020B0604020202020204"/>
              <a:buNone/>
              <a:defRPr sz="252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1"/>
        <p:cNvGrpSpPr/>
        <p:nvPr/>
      </p:nvGrpSpPr>
      <p:grpSpPr>
        <a:xfrm>
          <a:off x="0" y="0"/>
          <a:ext cx="0" cy="0"/>
          <a:chOff x="0" y="0"/>
          <a:chExt cx="0" cy="0"/>
        </a:xfrm>
      </p:grpSpPr>
      <p:sp>
        <p:nvSpPr>
          <p:cNvPr id="42" name="Google Shape;42;p11"/>
          <p:cNvSpPr txBox="1">
            <a:spLocks noGrp="1"/>
          </p:cNvSpPr>
          <p:nvPr>
            <p:ph type="title"/>
          </p:nvPr>
        </p:nvSpPr>
        <p:spPr>
          <a:xfrm>
            <a:off x="6452237" y="15361933"/>
            <a:ext cx="19751040" cy="1813564"/>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400"/>
              <a:buNone/>
              <a:defRPr sz="54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 name="Google Shape;43;p11"/>
          <p:cNvSpPr>
            <a:spLocks noGrp="1"/>
          </p:cNvSpPr>
          <p:nvPr>
            <p:ph type="pic" idx="2"/>
          </p:nvPr>
        </p:nvSpPr>
        <p:spPr>
          <a:xfrm>
            <a:off x="6452237" y="1960879"/>
            <a:ext cx="19751040" cy="13167360"/>
          </a:xfrm>
          <a:prstGeom prst="rect">
            <a:avLst/>
          </a:prstGeom>
          <a:noFill/>
          <a:ln>
            <a:noFill/>
          </a:ln>
        </p:spPr>
      </p:sp>
      <p:sp>
        <p:nvSpPr>
          <p:cNvPr id="44" name="Google Shape;44;p11"/>
          <p:cNvSpPr txBox="1">
            <a:spLocks noGrp="1"/>
          </p:cNvSpPr>
          <p:nvPr>
            <p:ph type="body" idx="1"/>
          </p:nvPr>
        </p:nvSpPr>
        <p:spPr>
          <a:xfrm>
            <a:off x="6452237" y="17175496"/>
            <a:ext cx="19751040" cy="2575561"/>
          </a:xfrm>
          <a:prstGeom prst="rect">
            <a:avLst/>
          </a:prstGeom>
          <a:noFill/>
          <a:ln>
            <a:noFill/>
          </a:ln>
        </p:spPr>
        <p:txBody>
          <a:bodyPr spcFirstLastPara="1" wrap="square" lIns="68575" tIns="34275" rIns="68575" bIns="34275" anchor="t" anchorCtr="0">
            <a:noAutofit/>
          </a:bodyPr>
          <a:lstStyle>
            <a:lvl1pPr marL="457178" lvl="0" indent="-228588" algn="l">
              <a:spcBef>
                <a:spcPts val="790"/>
              </a:spcBef>
              <a:spcAft>
                <a:spcPts val="0"/>
              </a:spcAft>
              <a:buSzPts val="3960"/>
              <a:buFont typeface="Arial" panose="020B0604020202020204"/>
              <a:buNone/>
              <a:defRPr sz="3960"/>
            </a:lvl1pPr>
            <a:lvl2pPr marL="914355" lvl="1" indent="-228588" algn="l">
              <a:spcBef>
                <a:spcPts val="650"/>
              </a:spcBef>
              <a:spcAft>
                <a:spcPts val="0"/>
              </a:spcAft>
              <a:buSzPts val="3240"/>
              <a:buFont typeface="Arial" panose="020B0604020202020204"/>
              <a:buNone/>
              <a:defRPr sz="3240"/>
            </a:lvl2pPr>
            <a:lvl3pPr marL="1371532" lvl="2" indent="-228588" algn="l">
              <a:spcBef>
                <a:spcPts val="575"/>
              </a:spcBef>
              <a:spcAft>
                <a:spcPts val="0"/>
              </a:spcAft>
              <a:buSzPts val="2880"/>
              <a:buFont typeface="Arial" panose="020B0604020202020204"/>
              <a:buNone/>
              <a:defRPr sz="2880"/>
            </a:lvl3pPr>
            <a:lvl4pPr marL="1828709" lvl="3" indent="-228588" algn="l">
              <a:spcBef>
                <a:spcPts val="505"/>
              </a:spcBef>
              <a:spcAft>
                <a:spcPts val="0"/>
              </a:spcAft>
              <a:buSzPts val="2520"/>
              <a:buFont typeface="Arial" panose="020B0604020202020204"/>
              <a:buNone/>
              <a:defRPr sz="2520"/>
            </a:lvl4pPr>
            <a:lvl5pPr marL="2285886" lvl="4" indent="-228588" algn="l">
              <a:spcBef>
                <a:spcPts val="505"/>
              </a:spcBef>
              <a:spcAft>
                <a:spcPts val="0"/>
              </a:spcAft>
              <a:buSzPts val="2520"/>
              <a:buFont typeface="Arial" panose="020B0604020202020204"/>
              <a:buNone/>
              <a:defRPr sz="2520"/>
            </a:lvl5pPr>
            <a:lvl6pPr marL="2743064" lvl="5" indent="-228588" algn="l">
              <a:spcBef>
                <a:spcPts val="505"/>
              </a:spcBef>
              <a:spcAft>
                <a:spcPts val="0"/>
              </a:spcAft>
              <a:buSzPts val="2520"/>
              <a:buFont typeface="Arial" panose="020B0604020202020204"/>
              <a:buNone/>
              <a:defRPr sz="2520"/>
            </a:lvl6pPr>
            <a:lvl7pPr marL="3200240" lvl="6" indent="-228588" algn="l">
              <a:spcBef>
                <a:spcPts val="505"/>
              </a:spcBef>
              <a:spcAft>
                <a:spcPts val="0"/>
              </a:spcAft>
              <a:buSzPts val="2520"/>
              <a:buFont typeface="Arial" panose="020B0604020202020204"/>
              <a:buNone/>
              <a:defRPr sz="2520"/>
            </a:lvl7pPr>
            <a:lvl8pPr marL="3657418" lvl="7" indent="-228588" algn="l">
              <a:spcBef>
                <a:spcPts val="505"/>
              </a:spcBef>
              <a:spcAft>
                <a:spcPts val="0"/>
              </a:spcAft>
              <a:buSzPts val="2520"/>
              <a:buFont typeface="Arial" panose="020B0604020202020204"/>
              <a:buNone/>
              <a:defRPr sz="2520"/>
            </a:lvl8pPr>
            <a:lvl9pPr marL="4114595" lvl="8" indent="-228588" algn="l">
              <a:spcBef>
                <a:spcPts val="505"/>
              </a:spcBef>
              <a:spcAft>
                <a:spcPts val="0"/>
              </a:spcAft>
              <a:buSzPts val="2520"/>
              <a:buFont typeface="Arial" panose="020B0604020202020204"/>
              <a:buNone/>
              <a:defRPr sz="252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5"/>
        <p:cNvGrpSpPr/>
        <p:nvPr/>
      </p:nvGrpSpPr>
      <p:grpSpPr>
        <a:xfrm>
          <a:off x="0" y="0"/>
          <a:ext cx="0" cy="0"/>
          <a:chOff x="0" y="0"/>
          <a:chExt cx="0" cy="0"/>
        </a:xfrm>
      </p:grpSpPr>
      <p:sp>
        <p:nvSpPr>
          <p:cNvPr id="46" name="Google Shape;46;p12"/>
          <p:cNvSpPr txBox="1">
            <a:spLocks noGrp="1"/>
          </p:cNvSpPr>
          <p:nvPr>
            <p:ph type="title"/>
          </p:nvPr>
        </p:nvSpPr>
        <p:spPr>
          <a:xfrm>
            <a:off x="2468880" y="975360"/>
            <a:ext cx="27980640" cy="36576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7" name="Google Shape;47;p12"/>
          <p:cNvSpPr txBox="1">
            <a:spLocks noGrp="1"/>
          </p:cNvSpPr>
          <p:nvPr>
            <p:ph type="body" idx="1"/>
          </p:nvPr>
        </p:nvSpPr>
        <p:spPr>
          <a:xfrm rot="5400000">
            <a:off x="10119360" y="-2042160"/>
            <a:ext cx="12679680" cy="27980640"/>
          </a:xfrm>
          <a:prstGeom prst="rect">
            <a:avLst/>
          </a:prstGeom>
          <a:noFill/>
          <a:ln>
            <a:noFill/>
          </a:ln>
        </p:spPr>
        <p:txBody>
          <a:bodyPr spcFirstLastPara="1" wrap="square" lIns="68575" tIns="34275" rIns="68575" bIns="34275" anchor="t" anchorCtr="0">
            <a:noAutofit/>
          </a:bodyPr>
          <a:lstStyle>
            <a:lvl1pPr marL="457178" lvl="0" indent="-342884" algn="l">
              <a:spcBef>
                <a:spcPts val="360"/>
              </a:spcBef>
              <a:spcAft>
                <a:spcPts val="0"/>
              </a:spcAft>
              <a:buSzPts val="1800"/>
              <a:buChar char="•"/>
              <a:defRPr/>
            </a:lvl1pPr>
            <a:lvl2pPr marL="914355" lvl="1" indent="-342884" algn="l">
              <a:spcBef>
                <a:spcPts val="360"/>
              </a:spcBef>
              <a:spcAft>
                <a:spcPts val="0"/>
              </a:spcAft>
              <a:buSzPts val="1800"/>
              <a:buChar char="–"/>
              <a:defRPr/>
            </a:lvl2pPr>
            <a:lvl3pPr marL="1371532" lvl="2" indent="-342884" algn="l">
              <a:spcBef>
                <a:spcPts val="360"/>
              </a:spcBef>
              <a:spcAft>
                <a:spcPts val="0"/>
              </a:spcAft>
              <a:buSzPts val="1800"/>
              <a:buChar char="•"/>
              <a:defRPr/>
            </a:lvl3pPr>
            <a:lvl4pPr marL="1828709" lvl="3" indent="-342884" algn="l">
              <a:spcBef>
                <a:spcPts val="360"/>
              </a:spcBef>
              <a:spcAft>
                <a:spcPts val="0"/>
              </a:spcAft>
              <a:buSzPts val="1800"/>
              <a:buChar char="–"/>
              <a:defRPr/>
            </a:lvl4pPr>
            <a:lvl5pPr marL="2285886" lvl="4" indent="-342884" algn="l">
              <a:spcBef>
                <a:spcPts val="360"/>
              </a:spcBef>
              <a:spcAft>
                <a:spcPts val="0"/>
              </a:spcAft>
              <a:buSzPts val="1800"/>
              <a:buChar char="»"/>
              <a:defRPr/>
            </a:lvl5pPr>
            <a:lvl6pPr marL="2743064" lvl="5" indent="-342884" algn="l">
              <a:spcBef>
                <a:spcPts val="360"/>
              </a:spcBef>
              <a:spcAft>
                <a:spcPts val="0"/>
              </a:spcAft>
              <a:buSzPts val="1800"/>
              <a:buChar char="»"/>
              <a:defRPr/>
            </a:lvl6pPr>
            <a:lvl7pPr marL="3200240" lvl="6" indent="-342884" algn="l">
              <a:spcBef>
                <a:spcPts val="360"/>
              </a:spcBef>
              <a:spcAft>
                <a:spcPts val="0"/>
              </a:spcAft>
              <a:buSzPts val="1800"/>
              <a:buChar char="»"/>
              <a:defRPr/>
            </a:lvl7pPr>
            <a:lvl8pPr marL="3657418" lvl="7" indent="-342884" algn="l">
              <a:spcBef>
                <a:spcPts val="360"/>
              </a:spcBef>
              <a:spcAft>
                <a:spcPts val="0"/>
              </a:spcAft>
              <a:buSzPts val="1800"/>
              <a:buChar char="»"/>
              <a:defRPr/>
            </a:lvl8pPr>
            <a:lvl9pPr marL="4114595" lvl="8" indent="-342884" algn="l">
              <a:spcBef>
                <a:spcPts val="360"/>
              </a:spcBef>
              <a:spcAft>
                <a:spcPts val="0"/>
              </a:spcAft>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8"/>
        <p:cNvGrpSpPr/>
        <p:nvPr/>
      </p:nvGrpSpPr>
      <p:grpSpPr>
        <a:xfrm>
          <a:off x="0" y="0"/>
          <a:ext cx="0" cy="0"/>
          <a:chOff x="0" y="0"/>
          <a:chExt cx="0" cy="0"/>
        </a:xfrm>
      </p:grpSpPr>
      <p:sp>
        <p:nvSpPr>
          <p:cNvPr id="49" name="Google Shape;49;p13"/>
          <p:cNvSpPr txBox="1">
            <a:spLocks noGrp="1"/>
          </p:cNvSpPr>
          <p:nvPr>
            <p:ph type="title"/>
          </p:nvPr>
        </p:nvSpPr>
        <p:spPr>
          <a:xfrm rot="5400000">
            <a:off x="18295620" y="6134100"/>
            <a:ext cx="17312640" cy="699516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0" name="Google Shape;50;p13"/>
          <p:cNvSpPr txBox="1">
            <a:spLocks noGrp="1"/>
          </p:cNvSpPr>
          <p:nvPr>
            <p:ph type="body" idx="1"/>
          </p:nvPr>
        </p:nvSpPr>
        <p:spPr>
          <a:xfrm rot="5400000">
            <a:off x="4030984" y="-586740"/>
            <a:ext cx="17312640" cy="20436840"/>
          </a:xfrm>
          <a:prstGeom prst="rect">
            <a:avLst/>
          </a:prstGeom>
          <a:noFill/>
          <a:ln>
            <a:noFill/>
          </a:ln>
        </p:spPr>
        <p:txBody>
          <a:bodyPr spcFirstLastPara="1" wrap="square" lIns="68575" tIns="34275" rIns="68575" bIns="34275" anchor="t" anchorCtr="0">
            <a:noAutofit/>
          </a:bodyPr>
          <a:lstStyle>
            <a:lvl1pPr marL="457178" lvl="0" indent="-342884" algn="l">
              <a:spcBef>
                <a:spcPts val="360"/>
              </a:spcBef>
              <a:spcAft>
                <a:spcPts val="0"/>
              </a:spcAft>
              <a:buSzPts val="1800"/>
              <a:buChar char="•"/>
              <a:defRPr/>
            </a:lvl1pPr>
            <a:lvl2pPr marL="914355" lvl="1" indent="-342884" algn="l">
              <a:spcBef>
                <a:spcPts val="360"/>
              </a:spcBef>
              <a:spcAft>
                <a:spcPts val="0"/>
              </a:spcAft>
              <a:buSzPts val="1800"/>
              <a:buChar char="–"/>
              <a:defRPr/>
            </a:lvl2pPr>
            <a:lvl3pPr marL="1371532" lvl="2" indent="-342884" algn="l">
              <a:spcBef>
                <a:spcPts val="360"/>
              </a:spcBef>
              <a:spcAft>
                <a:spcPts val="0"/>
              </a:spcAft>
              <a:buSzPts val="1800"/>
              <a:buChar char="•"/>
              <a:defRPr/>
            </a:lvl3pPr>
            <a:lvl4pPr marL="1828709" lvl="3" indent="-342884" algn="l">
              <a:spcBef>
                <a:spcPts val="360"/>
              </a:spcBef>
              <a:spcAft>
                <a:spcPts val="0"/>
              </a:spcAft>
              <a:buSzPts val="1800"/>
              <a:buChar char="–"/>
              <a:defRPr/>
            </a:lvl4pPr>
            <a:lvl5pPr marL="2285886" lvl="4" indent="-342884" algn="l">
              <a:spcBef>
                <a:spcPts val="360"/>
              </a:spcBef>
              <a:spcAft>
                <a:spcPts val="0"/>
              </a:spcAft>
              <a:buSzPts val="1800"/>
              <a:buChar char="»"/>
              <a:defRPr/>
            </a:lvl5pPr>
            <a:lvl6pPr marL="2743064" lvl="5" indent="-342884" algn="l">
              <a:spcBef>
                <a:spcPts val="360"/>
              </a:spcBef>
              <a:spcAft>
                <a:spcPts val="0"/>
              </a:spcAft>
              <a:buSzPts val="1800"/>
              <a:buChar char="»"/>
              <a:defRPr/>
            </a:lvl6pPr>
            <a:lvl7pPr marL="3200240" lvl="6" indent="-342884" algn="l">
              <a:spcBef>
                <a:spcPts val="360"/>
              </a:spcBef>
              <a:spcAft>
                <a:spcPts val="0"/>
              </a:spcAft>
              <a:buSzPts val="1800"/>
              <a:buChar char="»"/>
              <a:defRPr/>
            </a:lvl7pPr>
            <a:lvl8pPr marL="3657418" lvl="7" indent="-342884" algn="l">
              <a:spcBef>
                <a:spcPts val="360"/>
              </a:spcBef>
              <a:spcAft>
                <a:spcPts val="0"/>
              </a:spcAft>
              <a:buSzPts val="1800"/>
              <a:buChar char="»"/>
              <a:defRPr/>
            </a:lvl8pPr>
            <a:lvl9pPr marL="4114595" lvl="8" indent="-342884" algn="l">
              <a:spcBef>
                <a:spcPts val="360"/>
              </a:spcBef>
              <a:spcAft>
                <a:spcPts val="0"/>
              </a:spcAft>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2468880" y="975360"/>
            <a:ext cx="27980640" cy="3657600"/>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400"/>
              <a:buNone/>
              <a:defRPr sz="11880" b="0" i="0" u="none" strike="noStrike" cap="none">
                <a:solidFill>
                  <a:srgbClr val="7A0019"/>
                </a:solidFill>
                <a:latin typeface="Arial" panose="020B0604020202020204"/>
                <a:ea typeface="Arial" panose="020B0604020202020204"/>
                <a:cs typeface="Arial" panose="020B0604020202020204"/>
                <a:sym typeface="Arial" panose="020B0604020202020204"/>
              </a:defRPr>
            </a:lvl1pPr>
            <a:lvl2pPr marR="0" lvl="1" algn="ctr" rtl="0">
              <a:spcBef>
                <a:spcPts val="0"/>
              </a:spcBef>
              <a:spcAft>
                <a:spcPts val="0"/>
              </a:spcAft>
              <a:buSzPts val="1400"/>
              <a:buNone/>
              <a:defRPr sz="11880" b="0" i="0" u="none" strike="noStrike" cap="none">
                <a:solidFill>
                  <a:srgbClr val="7A0019"/>
                </a:solidFill>
                <a:latin typeface="Corbel" panose="020B0503020204020204"/>
                <a:ea typeface="Corbel" panose="020B0503020204020204"/>
                <a:cs typeface="Corbel" panose="020B0503020204020204"/>
                <a:sym typeface="Corbel" panose="020B0503020204020204"/>
              </a:defRPr>
            </a:lvl2pPr>
            <a:lvl3pPr marR="0" lvl="2" algn="ctr" rtl="0">
              <a:spcBef>
                <a:spcPts val="0"/>
              </a:spcBef>
              <a:spcAft>
                <a:spcPts val="0"/>
              </a:spcAft>
              <a:buSzPts val="1400"/>
              <a:buNone/>
              <a:defRPr sz="11880" b="0" i="0" u="none" strike="noStrike" cap="none">
                <a:solidFill>
                  <a:srgbClr val="7A0019"/>
                </a:solidFill>
                <a:latin typeface="Corbel" panose="020B0503020204020204"/>
                <a:ea typeface="Corbel" panose="020B0503020204020204"/>
                <a:cs typeface="Corbel" panose="020B0503020204020204"/>
                <a:sym typeface="Corbel" panose="020B0503020204020204"/>
              </a:defRPr>
            </a:lvl3pPr>
            <a:lvl4pPr marR="0" lvl="3" algn="ctr" rtl="0">
              <a:spcBef>
                <a:spcPts val="0"/>
              </a:spcBef>
              <a:spcAft>
                <a:spcPts val="0"/>
              </a:spcAft>
              <a:buSzPts val="1400"/>
              <a:buNone/>
              <a:defRPr sz="11880" b="0" i="0" u="none" strike="noStrike" cap="none">
                <a:solidFill>
                  <a:srgbClr val="7A0019"/>
                </a:solidFill>
                <a:latin typeface="Corbel" panose="020B0503020204020204"/>
                <a:ea typeface="Corbel" panose="020B0503020204020204"/>
                <a:cs typeface="Corbel" panose="020B0503020204020204"/>
                <a:sym typeface="Corbel" panose="020B0503020204020204"/>
              </a:defRPr>
            </a:lvl4pPr>
            <a:lvl5pPr marR="0" lvl="4" algn="ctr" rtl="0">
              <a:spcBef>
                <a:spcPts val="0"/>
              </a:spcBef>
              <a:spcAft>
                <a:spcPts val="0"/>
              </a:spcAft>
              <a:buSzPts val="1400"/>
              <a:buNone/>
              <a:defRPr sz="11880" b="0" i="0" u="none" strike="noStrike" cap="none">
                <a:solidFill>
                  <a:srgbClr val="7A0019"/>
                </a:solidFill>
                <a:latin typeface="Corbel" panose="020B0503020204020204"/>
                <a:ea typeface="Corbel" panose="020B0503020204020204"/>
                <a:cs typeface="Corbel" panose="020B0503020204020204"/>
                <a:sym typeface="Corbel" panose="020B0503020204020204"/>
              </a:defRPr>
            </a:lvl5pPr>
            <a:lvl6pPr marR="0" lvl="5" algn="ctr" rtl="0">
              <a:spcBef>
                <a:spcPts val="0"/>
              </a:spcBef>
              <a:spcAft>
                <a:spcPts val="0"/>
              </a:spcAft>
              <a:buSzPts val="1400"/>
              <a:buNone/>
              <a:defRPr sz="11880" b="0" i="0" u="none" strike="noStrike" cap="none">
                <a:solidFill>
                  <a:srgbClr val="7A0019"/>
                </a:solidFill>
                <a:latin typeface="Arial" panose="020B0604020202020204"/>
                <a:ea typeface="Arial" panose="020B0604020202020204"/>
                <a:cs typeface="Arial" panose="020B0604020202020204"/>
                <a:sym typeface="Arial" panose="020B0604020202020204"/>
              </a:defRPr>
            </a:lvl6pPr>
            <a:lvl7pPr marR="0" lvl="6" algn="ctr" rtl="0">
              <a:spcBef>
                <a:spcPts val="0"/>
              </a:spcBef>
              <a:spcAft>
                <a:spcPts val="0"/>
              </a:spcAft>
              <a:buSzPts val="1400"/>
              <a:buNone/>
              <a:defRPr sz="11880" b="0" i="0" u="none" strike="noStrike" cap="none">
                <a:solidFill>
                  <a:srgbClr val="7A0019"/>
                </a:solidFill>
                <a:latin typeface="Arial" panose="020B0604020202020204"/>
                <a:ea typeface="Arial" panose="020B0604020202020204"/>
                <a:cs typeface="Arial" panose="020B0604020202020204"/>
                <a:sym typeface="Arial" panose="020B0604020202020204"/>
              </a:defRPr>
            </a:lvl7pPr>
            <a:lvl8pPr marR="0" lvl="7" algn="ctr" rtl="0">
              <a:spcBef>
                <a:spcPts val="0"/>
              </a:spcBef>
              <a:spcAft>
                <a:spcPts val="0"/>
              </a:spcAft>
              <a:buSzPts val="1400"/>
              <a:buNone/>
              <a:defRPr sz="11880" b="0" i="0" u="none" strike="noStrike" cap="none">
                <a:solidFill>
                  <a:srgbClr val="7A0019"/>
                </a:solidFill>
                <a:latin typeface="Arial" panose="020B0604020202020204"/>
                <a:ea typeface="Arial" panose="020B0604020202020204"/>
                <a:cs typeface="Arial" panose="020B0604020202020204"/>
                <a:sym typeface="Arial" panose="020B0604020202020204"/>
              </a:defRPr>
            </a:lvl8pPr>
            <a:lvl9pPr marR="0" lvl="8" algn="ctr" rtl="0">
              <a:spcBef>
                <a:spcPts val="0"/>
              </a:spcBef>
              <a:spcAft>
                <a:spcPts val="0"/>
              </a:spcAft>
              <a:buSzPts val="1400"/>
              <a:buNone/>
              <a:defRPr sz="11880" b="0" i="0" u="none" strike="noStrike" cap="none">
                <a:solidFill>
                  <a:srgbClr val="7A0019"/>
                </a:solidFill>
                <a:latin typeface="Arial" panose="020B0604020202020204"/>
                <a:ea typeface="Arial" panose="020B0604020202020204"/>
                <a:cs typeface="Arial" panose="020B0604020202020204"/>
                <a:sym typeface="Arial" panose="020B0604020202020204"/>
              </a:defRPr>
            </a:lvl9pPr>
          </a:lstStyle>
          <a:p>
            <a:endParaRPr/>
          </a:p>
        </p:txBody>
      </p:sp>
      <p:sp>
        <p:nvSpPr>
          <p:cNvPr id="11" name="Google Shape;11;p2"/>
          <p:cNvSpPr txBox="1">
            <a:spLocks noGrp="1"/>
          </p:cNvSpPr>
          <p:nvPr>
            <p:ph type="body" idx="1"/>
          </p:nvPr>
        </p:nvSpPr>
        <p:spPr>
          <a:xfrm>
            <a:off x="2468880" y="5608320"/>
            <a:ext cx="27980640" cy="12679680"/>
          </a:xfrm>
          <a:prstGeom prst="rect">
            <a:avLst/>
          </a:prstGeom>
          <a:noFill/>
          <a:ln>
            <a:noFill/>
          </a:ln>
        </p:spPr>
        <p:txBody>
          <a:bodyPr spcFirstLastPara="1" wrap="square" lIns="68575" tIns="34275" rIns="68575" bIns="34275" anchor="t" anchorCtr="0">
            <a:noAutofit/>
          </a:bodyPr>
          <a:lstStyle>
            <a:lvl1pPr marL="457200" marR="0" lvl="0" indent="-777240" algn="l" rtl="0">
              <a:spcBef>
                <a:spcPts val="1730"/>
              </a:spcBef>
              <a:spcAft>
                <a:spcPts val="0"/>
              </a:spcAft>
              <a:buClr>
                <a:srgbClr val="7A0019"/>
              </a:buClr>
              <a:buSzPts val="8640"/>
              <a:buFont typeface="Arial" panose="020B0604020202020204"/>
              <a:buChar char="•"/>
              <a:defRPr sz="8640" b="0" i="0" u="none" strike="noStrike" cap="none">
                <a:solidFill>
                  <a:srgbClr val="595959"/>
                </a:solidFill>
                <a:latin typeface="Arial" panose="020B0604020202020204"/>
                <a:ea typeface="Arial" panose="020B0604020202020204"/>
                <a:cs typeface="Arial" panose="020B0604020202020204"/>
                <a:sym typeface="Arial" panose="020B0604020202020204"/>
              </a:defRPr>
            </a:lvl1pPr>
            <a:lvl2pPr marL="914400" marR="0" lvl="1" indent="-708660" algn="l" rtl="0">
              <a:spcBef>
                <a:spcPts val="1510"/>
              </a:spcBef>
              <a:spcAft>
                <a:spcPts val="0"/>
              </a:spcAft>
              <a:buClr>
                <a:srgbClr val="7A0019"/>
              </a:buClr>
              <a:buSzPts val="7560"/>
              <a:buFont typeface="Arial" panose="020B0604020202020204"/>
              <a:buChar char="–"/>
              <a:defRPr sz="7560" b="0" i="0" u="none" strike="noStrike" cap="none">
                <a:solidFill>
                  <a:srgbClr val="595959"/>
                </a:solidFill>
                <a:latin typeface="Arial" panose="020B0604020202020204"/>
                <a:ea typeface="Arial" panose="020B0604020202020204"/>
                <a:cs typeface="Arial" panose="020B0604020202020204"/>
                <a:sym typeface="Arial" panose="020B0604020202020204"/>
              </a:defRPr>
            </a:lvl2pPr>
            <a:lvl3pPr marL="1371600" marR="0" lvl="2" indent="-640080" algn="l" rtl="0">
              <a:spcBef>
                <a:spcPts val="1295"/>
              </a:spcBef>
              <a:spcAft>
                <a:spcPts val="0"/>
              </a:spcAft>
              <a:buClr>
                <a:srgbClr val="7A0019"/>
              </a:buClr>
              <a:buSzPts val="6480"/>
              <a:buFont typeface="Arial" panose="020B0604020202020204"/>
              <a:buChar char="•"/>
              <a:defRPr sz="6480" b="0" i="0" u="none" strike="noStrike" cap="none">
                <a:solidFill>
                  <a:srgbClr val="595959"/>
                </a:solidFill>
                <a:latin typeface="Arial" panose="020B0604020202020204"/>
                <a:ea typeface="Arial" panose="020B0604020202020204"/>
                <a:cs typeface="Arial" panose="020B0604020202020204"/>
                <a:sym typeface="Arial" panose="020B0604020202020204"/>
              </a:defRPr>
            </a:lvl3pPr>
            <a:lvl4pPr marL="1828800" marR="0" lvl="3" indent="-571500" algn="l" rtl="0">
              <a:spcBef>
                <a:spcPts val="1080"/>
              </a:spcBef>
              <a:spcAft>
                <a:spcPts val="0"/>
              </a:spcAft>
              <a:buClr>
                <a:srgbClr val="7A0019"/>
              </a:buClr>
              <a:buSzPts val="5400"/>
              <a:buFont typeface="Arial" panose="020B0604020202020204"/>
              <a:buChar char="–"/>
              <a:defRPr sz="5400" b="0" i="0" u="none" strike="noStrike" cap="none">
                <a:solidFill>
                  <a:srgbClr val="595959"/>
                </a:solidFill>
                <a:latin typeface="Arial" panose="020B0604020202020204"/>
                <a:ea typeface="Arial" panose="020B0604020202020204"/>
                <a:cs typeface="Arial" panose="020B0604020202020204"/>
                <a:sym typeface="Arial" panose="020B0604020202020204"/>
              </a:defRPr>
            </a:lvl4pPr>
            <a:lvl5pPr marL="2286000" marR="0" lvl="4" indent="-571500" algn="l" rtl="0">
              <a:spcBef>
                <a:spcPts val="1080"/>
              </a:spcBef>
              <a:spcAft>
                <a:spcPts val="0"/>
              </a:spcAft>
              <a:buClr>
                <a:srgbClr val="7A0019"/>
              </a:buClr>
              <a:buSzPts val="5400"/>
              <a:buFont typeface="Arial" panose="020B0604020202020204"/>
              <a:buChar char="»"/>
              <a:defRPr sz="5400" b="0" i="0" u="none" strike="noStrike" cap="none">
                <a:solidFill>
                  <a:srgbClr val="595959"/>
                </a:solidFill>
                <a:latin typeface="Arial" panose="020B0604020202020204"/>
                <a:ea typeface="Arial" panose="020B0604020202020204"/>
                <a:cs typeface="Arial" panose="020B0604020202020204"/>
                <a:sym typeface="Arial" panose="020B0604020202020204"/>
              </a:defRPr>
            </a:lvl5pPr>
            <a:lvl6pPr marL="2743200" marR="0" lvl="5" indent="-571500" algn="l" rtl="0">
              <a:spcBef>
                <a:spcPts val="1080"/>
              </a:spcBef>
              <a:spcAft>
                <a:spcPts val="0"/>
              </a:spcAft>
              <a:buClr>
                <a:srgbClr val="7A0019"/>
              </a:buClr>
              <a:buSzPts val="5400"/>
              <a:buFont typeface="Arial" panose="020B0604020202020204"/>
              <a:buChar char="»"/>
              <a:defRPr sz="5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571500" algn="l" rtl="0">
              <a:spcBef>
                <a:spcPts val="1080"/>
              </a:spcBef>
              <a:spcAft>
                <a:spcPts val="0"/>
              </a:spcAft>
              <a:buClr>
                <a:srgbClr val="7A0019"/>
              </a:buClr>
              <a:buSzPts val="5400"/>
              <a:buFont typeface="Arial" panose="020B0604020202020204"/>
              <a:buChar char="»"/>
              <a:defRPr sz="5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571500" algn="l" rtl="0">
              <a:spcBef>
                <a:spcPts val="1080"/>
              </a:spcBef>
              <a:spcAft>
                <a:spcPts val="0"/>
              </a:spcAft>
              <a:buClr>
                <a:srgbClr val="7A0019"/>
              </a:buClr>
              <a:buSzPts val="5400"/>
              <a:buFont typeface="Arial" panose="020B0604020202020204"/>
              <a:buChar char="»"/>
              <a:defRPr sz="5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571500" algn="l" rtl="0">
              <a:spcBef>
                <a:spcPts val="1080"/>
              </a:spcBef>
              <a:spcAft>
                <a:spcPts val="0"/>
              </a:spcAft>
              <a:buClr>
                <a:srgbClr val="7A0019"/>
              </a:buClr>
              <a:buSzPts val="5400"/>
              <a:buFont typeface="Arial" panose="020B0604020202020204"/>
              <a:buChar char="»"/>
              <a:defRPr sz="5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pic>
        <p:nvPicPr>
          <p:cNvPr id="12" name="Google Shape;12;p2" descr="/Users/ranja/Documents/5-resources/ppt/2018 ppt-with R/new/working files/graphics_HD-M-maroon.png"/>
          <p:cNvPicPr preferRelativeResize="0"/>
          <p:nvPr/>
        </p:nvPicPr>
        <p:blipFill rotWithShape="1">
          <a:blip r:embed="rId13"/>
          <a:srcRect/>
          <a:stretch>
            <a:fillRect/>
          </a:stretch>
        </p:blipFill>
        <p:spPr>
          <a:xfrm>
            <a:off x="0" y="20702018"/>
            <a:ext cx="32918400" cy="124358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6.png"/><Relationship Id="rId12" Type="http://schemas.openxmlformats.org/officeDocument/2006/relationships/image" Target="../media/image10.png"/><Relationship Id="rId2" Type="http://schemas.openxmlformats.org/officeDocument/2006/relationships/notesSlide" Target="../notesSlides/notesSlide1.xml"/><Relationship Id="rId16"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3.wmf"/><Relationship Id="rId15" Type="http://schemas.openxmlformats.org/officeDocument/2006/relationships/image" Target="../media/image14.png"/><Relationship Id="rId10" Type="http://schemas.openxmlformats.org/officeDocument/2006/relationships/image" Target="../media/image4.png"/><Relationship Id="rId4" Type="http://schemas.openxmlformats.org/officeDocument/2006/relationships/oleObject" Target="../embeddings/oleObject1.bin"/><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7" name="Google Shape;57;p1"/>
          <p:cNvSpPr txBox="1">
            <a:spLocks noGrp="1"/>
          </p:cNvSpPr>
          <p:nvPr>
            <p:ph type="title"/>
          </p:nvPr>
        </p:nvSpPr>
        <p:spPr>
          <a:xfrm>
            <a:off x="0" y="2"/>
            <a:ext cx="32918400" cy="2743199"/>
          </a:xfrm>
          <a:prstGeom prst="rect">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algn="ctr"/>
            <a:r>
              <a:rPr lang="en-US" sz="6000" b="1" dirty="0">
                <a:solidFill>
                  <a:schemeClr val="bg1"/>
                </a:solidFill>
                <a:effectLst>
                  <a:outerShdw blurRad="38100" dist="38100" dir="2700000" algn="tl">
                    <a:srgbClr val="000000">
                      <a:alpha val="43137"/>
                    </a:srgbClr>
                  </a:outerShdw>
                </a:effectLst>
              </a:rPr>
              <a:t>Exploring Magnetic Field-Induced Deformations in Fluids To Find Magnetic Susceptibility</a:t>
            </a:r>
            <a:br>
              <a:rPr lang="en-US" sz="6000" b="1" dirty="0">
                <a:solidFill>
                  <a:schemeClr val="bg1"/>
                </a:solidFill>
                <a:effectLst>
                  <a:outerShdw blurRad="38100" dist="38100" dir="2700000" algn="tl">
                    <a:srgbClr val="FFFFFF"/>
                  </a:outerShdw>
                </a:effectLst>
              </a:rPr>
            </a:br>
            <a:r>
              <a:rPr lang="en-US" sz="4800" b="1" dirty="0">
                <a:solidFill>
                  <a:schemeClr val="lt1"/>
                </a:solidFill>
              </a:rPr>
              <a:t>Akshat Sharma</a:t>
            </a:r>
            <a:br>
              <a:rPr lang="en-US" sz="3105" b="1" dirty="0">
                <a:solidFill>
                  <a:schemeClr val="lt1"/>
                </a:solidFill>
              </a:rPr>
            </a:br>
            <a:r>
              <a:rPr lang="en-US" sz="3105" b="1" dirty="0">
                <a:solidFill>
                  <a:schemeClr val="lt1"/>
                </a:solidFill>
              </a:rPr>
              <a:t>University of Minnesota, MXP, Spring 2024</a:t>
            </a:r>
            <a:endParaRPr dirty="0"/>
          </a:p>
        </p:txBody>
      </p:sp>
      <p:sp>
        <p:nvSpPr>
          <p:cNvPr id="58" name="Google Shape;58;p1"/>
          <p:cNvSpPr txBox="1"/>
          <p:nvPr/>
        </p:nvSpPr>
        <p:spPr>
          <a:xfrm>
            <a:off x="231850" y="2912900"/>
            <a:ext cx="8301900" cy="856332"/>
          </a:xfrm>
          <a:prstGeom prst="rect">
            <a:avLst/>
          </a:prstGeom>
          <a:solidFill>
            <a:schemeClr val="accent4"/>
          </a:solidFill>
          <a:ln w="9525" cap="flat" cmpd="sng">
            <a:solidFill>
              <a:schemeClr val="dk1"/>
            </a:solidFill>
            <a:prstDash val="solid"/>
            <a:miter lim="800000"/>
            <a:headEnd type="none" w="sm" len="sm"/>
            <a:tailEnd type="none" w="sm" len="sm"/>
          </a:ln>
        </p:spPr>
        <p:txBody>
          <a:bodyPr spcFirstLastPara="1" wrap="square" lIns="86050" tIns="43025" rIns="86050" bIns="43025" anchor="t" anchorCtr="0">
            <a:spAutoFit/>
          </a:bodyPr>
          <a:lstStyle/>
          <a:p>
            <a:pPr algn="ctr"/>
            <a:r>
              <a:rPr lang="en-US" sz="5000" dirty="0">
                <a:solidFill>
                  <a:schemeClr val="lt1"/>
                </a:solidFill>
              </a:rPr>
              <a:t>Abstract</a:t>
            </a:r>
            <a:endParaRPr sz="5000" dirty="0">
              <a:solidFill>
                <a:schemeClr val="dk1"/>
              </a:solidFill>
            </a:endParaRPr>
          </a:p>
        </p:txBody>
      </p:sp>
      <p:sp>
        <p:nvSpPr>
          <p:cNvPr id="59" name="Google Shape;59;p1"/>
          <p:cNvSpPr/>
          <p:nvPr/>
        </p:nvSpPr>
        <p:spPr>
          <a:xfrm>
            <a:off x="231850" y="3779725"/>
            <a:ext cx="8301900" cy="6629700"/>
          </a:xfrm>
          <a:prstGeom prst="rect">
            <a:avLst/>
          </a:prstGeom>
          <a:noFill/>
          <a:ln w="9525" cap="flat" cmpd="sng">
            <a:solidFill>
              <a:schemeClr val="dk1"/>
            </a:solidFill>
            <a:prstDash val="solid"/>
            <a:miter lim="800000"/>
            <a:headEnd type="none" w="sm" len="sm"/>
            <a:tailEnd type="none" w="sm" len="sm"/>
          </a:ln>
        </p:spPr>
        <p:txBody>
          <a:bodyPr spcFirstLastPara="1" wrap="square" lIns="287600" tIns="143800" rIns="287600" bIns="143800" anchor="t" anchorCtr="0">
            <a:noAutofit/>
          </a:bodyPr>
          <a:lstStyle/>
          <a:p>
            <a:endParaRPr sz="2000" dirty="0">
              <a:solidFill>
                <a:schemeClr val="dk1"/>
              </a:solidFill>
            </a:endParaRPr>
          </a:p>
        </p:txBody>
      </p:sp>
      <p:sp>
        <p:nvSpPr>
          <p:cNvPr id="60" name="Google Shape;60;p1"/>
          <p:cNvSpPr txBox="1"/>
          <p:nvPr/>
        </p:nvSpPr>
        <p:spPr>
          <a:xfrm>
            <a:off x="9042712" y="2912900"/>
            <a:ext cx="14355000" cy="856332"/>
          </a:xfrm>
          <a:prstGeom prst="rect">
            <a:avLst/>
          </a:prstGeom>
          <a:solidFill>
            <a:schemeClr val="accent4"/>
          </a:solidFill>
          <a:ln w="9525" cap="flat" cmpd="sng">
            <a:solidFill>
              <a:schemeClr val="dk1"/>
            </a:solidFill>
            <a:prstDash val="solid"/>
            <a:miter lim="800000"/>
            <a:headEnd type="none" w="sm" len="sm"/>
            <a:tailEnd type="none" w="sm" len="sm"/>
          </a:ln>
        </p:spPr>
        <p:txBody>
          <a:bodyPr spcFirstLastPara="1" wrap="square" lIns="86050" tIns="43025" rIns="86050" bIns="43025" anchor="t" anchorCtr="0">
            <a:spAutoFit/>
          </a:bodyPr>
          <a:lstStyle/>
          <a:p>
            <a:pPr algn="ctr"/>
            <a:r>
              <a:rPr lang="en-US" sz="5000" dirty="0">
                <a:solidFill>
                  <a:schemeClr val="lt1"/>
                </a:solidFill>
              </a:rPr>
              <a:t>Motivation/Theory</a:t>
            </a:r>
            <a:endParaRPr sz="5000" dirty="0">
              <a:solidFill>
                <a:schemeClr val="dk1"/>
              </a:solidFill>
            </a:endParaRPr>
          </a:p>
        </p:txBody>
      </p:sp>
      <p:sp>
        <p:nvSpPr>
          <p:cNvPr id="61" name="Google Shape;61;p1"/>
          <p:cNvSpPr/>
          <p:nvPr/>
        </p:nvSpPr>
        <p:spPr>
          <a:xfrm>
            <a:off x="9055788" y="3764025"/>
            <a:ext cx="14355000" cy="6629700"/>
          </a:xfrm>
          <a:prstGeom prst="rect">
            <a:avLst/>
          </a:prstGeom>
          <a:noFill/>
          <a:ln w="9525" cap="flat" cmpd="sng">
            <a:solidFill>
              <a:schemeClr val="dk1"/>
            </a:solidFill>
            <a:prstDash val="solid"/>
            <a:miter lim="800000"/>
            <a:headEnd type="none" w="sm" len="sm"/>
            <a:tailEnd type="none" w="sm" len="sm"/>
          </a:ln>
        </p:spPr>
        <p:txBody>
          <a:bodyPr spcFirstLastPara="1" wrap="square" lIns="287600" tIns="143800" rIns="287600" bIns="143800" anchor="t" anchorCtr="0">
            <a:noAutofit/>
          </a:bodyPr>
          <a:lstStyle/>
          <a:p>
            <a:endParaRPr sz="2540" dirty="0">
              <a:solidFill>
                <a:schemeClr val="dk1"/>
              </a:solidFill>
            </a:endParaRPr>
          </a:p>
          <a:p>
            <a:pPr marL="384157" indent="-240653">
              <a:spcBef>
                <a:spcPts val="450"/>
              </a:spcBef>
              <a:buClr>
                <a:schemeClr val="dk1"/>
              </a:buClr>
              <a:buSzPts val="2259"/>
            </a:pPr>
            <a:endParaRPr sz="2260" dirty="0">
              <a:solidFill>
                <a:schemeClr val="dk1"/>
              </a:solidFill>
            </a:endParaRPr>
          </a:p>
        </p:txBody>
      </p:sp>
      <p:sp>
        <p:nvSpPr>
          <p:cNvPr id="62" name="Google Shape;62;p1"/>
          <p:cNvSpPr/>
          <p:nvPr/>
        </p:nvSpPr>
        <p:spPr>
          <a:xfrm>
            <a:off x="231850" y="11545450"/>
            <a:ext cx="23178900" cy="8805300"/>
          </a:xfrm>
          <a:prstGeom prst="rect">
            <a:avLst/>
          </a:prstGeom>
          <a:noFill/>
          <a:ln w="9525" cap="flat" cmpd="sng">
            <a:solidFill>
              <a:schemeClr val="dk1"/>
            </a:solidFill>
            <a:prstDash val="solid"/>
            <a:miter lim="800000"/>
            <a:headEnd type="none" w="sm" len="sm"/>
            <a:tailEnd type="none" w="sm" len="sm"/>
          </a:ln>
        </p:spPr>
        <p:txBody>
          <a:bodyPr spcFirstLastPara="1" wrap="square" lIns="287600" tIns="143800" rIns="287600" bIns="143800" anchor="t" anchorCtr="0">
            <a:noAutofit/>
          </a:bodyPr>
          <a:lstStyle/>
          <a:p>
            <a:pPr marL="384157" indent="-240653">
              <a:buClr>
                <a:schemeClr val="dk1"/>
              </a:buClr>
              <a:buSzPts val="2259"/>
            </a:pPr>
            <a:endParaRPr sz="2260" dirty="0">
              <a:solidFill>
                <a:schemeClr val="dk1"/>
              </a:solidFill>
            </a:endParaRPr>
          </a:p>
        </p:txBody>
      </p:sp>
      <p:sp>
        <p:nvSpPr>
          <p:cNvPr id="63" name="Google Shape;63;p1"/>
          <p:cNvSpPr/>
          <p:nvPr/>
        </p:nvSpPr>
        <p:spPr>
          <a:xfrm>
            <a:off x="23701372" y="15441798"/>
            <a:ext cx="8978900" cy="2553549"/>
          </a:xfrm>
          <a:prstGeom prst="rect">
            <a:avLst/>
          </a:prstGeom>
          <a:noFill/>
          <a:ln w="9525" cap="flat" cmpd="sng">
            <a:solidFill>
              <a:schemeClr val="dk1"/>
            </a:solidFill>
            <a:prstDash val="solid"/>
            <a:miter lim="800000"/>
            <a:headEnd type="none" w="sm" len="sm"/>
            <a:tailEnd type="none" w="sm" len="sm"/>
          </a:ln>
        </p:spPr>
        <p:txBody>
          <a:bodyPr spcFirstLastPara="1" wrap="square" lIns="287600" tIns="143800" rIns="287600" bIns="143800" anchor="t" anchorCtr="0">
            <a:noAutofit/>
          </a:bodyPr>
          <a:lstStyle/>
          <a:p>
            <a:pPr marL="384157" indent="-384157"/>
            <a:endParaRPr sz="2400" dirty="0">
              <a:solidFill>
                <a:schemeClr val="dk1"/>
              </a:solidFill>
            </a:endParaRPr>
          </a:p>
        </p:txBody>
      </p:sp>
      <p:sp>
        <p:nvSpPr>
          <p:cNvPr id="64" name="Google Shape;64;p1"/>
          <p:cNvSpPr txBox="1"/>
          <p:nvPr/>
        </p:nvSpPr>
        <p:spPr>
          <a:xfrm>
            <a:off x="23701372" y="14607599"/>
            <a:ext cx="8979000" cy="856332"/>
          </a:xfrm>
          <a:prstGeom prst="rect">
            <a:avLst/>
          </a:prstGeom>
          <a:solidFill>
            <a:schemeClr val="accent4"/>
          </a:solidFill>
          <a:ln w="9525" cap="flat" cmpd="sng">
            <a:solidFill>
              <a:schemeClr val="dk1"/>
            </a:solidFill>
            <a:prstDash val="solid"/>
            <a:miter lim="800000"/>
            <a:headEnd type="none" w="sm" len="sm"/>
            <a:tailEnd type="none" w="sm" len="sm"/>
          </a:ln>
        </p:spPr>
        <p:txBody>
          <a:bodyPr spcFirstLastPara="1" wrap="square" lIns="86050" tIns="43025" rIns="86050" bIns="43025" anchor="t" anchorCtr="0">
            <a:spAutoFit/>
          </a:bodyPr>
          <a:lstStyle/>
          <a:p>
            <a:pPr algn="ctr"/>
            <a:r>
              <a:rPr lang="en-US" sz="5000" dirty="0">
                <a:solidFill>
                  <a:schemeClr val="lt1"/>
                </a:solidFill>
              </a:rPr>
              <a:t>References</a:t>
            </a:r>
            <a:endParaRPr sz="5000" dirty="0">
              <a:solidFill>
                <a:schemeClr val="dk1"/>
              </a:solidFill>
            </a:endParaRPr>
          </a:p>
        </p:txBody>
      </p:sp>
      <p:sp>
        <p:nvSpPr>
          <p:cNvPr id="65" name="Google Shape;65;p1"/>
          <p:cNvSpPr txBox="1"/>
          <p:nvPr/>
        </p:nvSpPr>
        <p:spPr>
          <a:xfrm>
            <a:off x="231850" y="10690877"/>
            <a:ext cx="23178900" cy="856332"/>
          </a:xfrm>
          <a:prstGeom prst="rect">
            <a:avLst/>
          </a:prstGeom>
          <a:solidFill>
            <a:schemeClr val="accent4"/>
          </a:solidFill>
          <a:ln w="9525" cap="flat" cmpd="sng">
            <a:solidFill>
              <a:schemeClr val="dk1"/>
            </a:solidFill>
            <a:prstDash val="solid"/>
            <a:miter lim="800000"/>
            <a:headEnd type="none" w="sm" len="sm"/>
            <a:tailEnd type="none" w="sm" len="sm"/>
          </a:ln>
        </p:spPr>
        <p:txBody>
          <a:bodyPr spcFirstLastPara="1" wrap="square" lIns="86050" tIns="43025" rIns="86050" bIns="43025" anchor="t" anchorCtr="0">
            <a:spAutoFit/>
          </a:bodyPr>
          <a:lstStyle/>
          <a:p>
            <a:pPr algn="ctr"/>
            <a:r>
              <a:rPr lang="en-US" sz="5000" dirty="0">
                <a:solidFill>
                  <a:schemeClr val="lt1"/>
                </a:solidFill>
              </a:rPr>
              <a:t>Data Analysis &amp; Results</a:t>
            </a:r>
            <a:endParaRPr sz="5000" dirty="0">
              <a:solidFill>
                <a:schemeClr val="dk1"/>
              </a:solidFill>
            </a:endParaRPr>
          </a:p>
        </p:txBody>
      </p:sp>
      <p:sp>
        <p:nvSpPr>
          <p:cNvPr id="66" name="Google Shape;66;p1"/>
          <p:cNvSpPr/>
          <p:nvPr/>
        </p:nvSpPr>
        <p:spPr>
          <a:xfrm>
            <a:off x="23636192" y="16003601"/>
            <a:ext cx="8957400" cy="2219029"/>
          </a:xfrm>
          <a:prstGeom prst="rect">
            <a:avLst/>
          </a:prstGeom>
          <a:noFill/>
          <a:ln>
            <a:noFill/>
          </a:ln>
        </p:spPr>
        <p:txBody>
          <a:bodyPr spcFirstLastPara="1" wrap="square" lIns="91425" tIns="45700" rIns="91425" bIns="45700" anchor="t" anchorCtr="0">
            <a:spAutoFit/>
          </a:bodyPr>
          <a:lstStyle/>
          <a:p>
            <a:br>
              <a:rPr lang="en-US" sz="6910" dirty="0">
                <a:solidFill>
                  <a:schemeClr val="dk1"/>
                </a:solidFill>
              </a:rPr>
            </a:br>
            <a:endParaRPr sz="6910" dirty="0">
              <a:solidFill>
                <a:schemeClr val="dk1"/>
              </a:solidFill>
            </a:endParaRPr>
          </a:p>
        </p:txBody>
      </p:sp>
      <p:sp>
        <p:nvSpPr>
          <p:cNvPr id="67" name="Google Shape;67;p1"/>
          <p:cNvSpPr txBox="1"/>
          <p:nvPr/>
        </p:nvSpPr>
        <p:spPr>
          <a:xfrm>
            <a:off x="23679622" y="15539509"/>
            <a:ext cx="8957310" cy="2553549"/>
          </a:xfrm>
          <a:prstGeom prst="rect">
            <a:avLst/>
          </a:prstGeom>
          <a:noFill/>
          <a:ln>
            <a:noFill/>
          </a:ln>
        </p:spPr>
        <p:txBody>
          <a:bodyPr spcFirstLastPara="1" wrap="square" lIns="91425" tIns="45700" rIns="91425" bIns="45700" anchor="t" anchorCtr="0">
            <a:noAutofit/>
          </a:bodyPr>
          <a:lstStyle/>
          <a:p>
            <a:pPr marL="342900" indent="-342900">
              <a:buFont typeface="Arial" panose="020B0604020202020204" pitchFamily="34" charset="0"/>
              <a:buChar char="•"/>
            </a:pPr>
            <a:r>
              <a:rPr lang="en-US" sz="2600" b="0" i="0" u="none" strike="noStrike" dirty="0">
                <a:solidFill>
                  <a:srgbClr val="000000"/>
                </a:solidFill>
                <a:effectLst/>
                <a:latin typeface="Arial" panose="020B0604020202020204" pitchFamily="34" charset="0"/>
              </a:rPr>
              <a:t>D. J. Griffiths, *Introduction to Electrodynamics*. New York, NY: Cambridge University Press, 4th edition, 2024.</a:t>
            </a:r>
            <a:endParaRPr lang="en-US" sz="2600" dirty="0">
              <a:latin typeface="Arial" panose="020B0604020202020204" pitchFamily="34" charset="0"/>
            </a:endParaRPr>
          </a:p>
          <a:p>
            <a:pPr marL="342900" indent="-342900" rtl="0">
              <a:spcBef>
                <a:spcPts val="0"/>
              </a:spcBef>
              <a:spcAft>
                <a:spcPts val="0"/>
              </a:spcAft>
              <a:buFont typeface="Arial" panose="020B0604020202020204" pitchFamily="34" charset="0"/>
              <a:buChar char="•"/>
            </a:pPr>
            <a:r>
              <a:rPr lang="en-US" sz="2600" b="0" i="0" u="none" strike="noStrike" dirty="0">
                <a:solidFill>
                  <a:srgbClr val="000000"/>
                </a:solidFill>
                <a:effectLst/>
                <a:latin typeface="Arial" panose="020B0604020202020204" pitchFamily="34" charset="0"/>
              </a:rPr>
              <a:t>Z. Chen, J. Ellis, and E. D. Dahlberg, “A Simple Technique to Measure the Magnetic Susceptibility of Liquids,” *Review of Scientific Instruments*, vol. 83, p. 095112, Sept. 2012.</a:t>
            </a:r>
            <a:endParaRPr lang="en-US" sz="2600" i="0" u="none" strike="noStrike" dirty="0">
              <a:solidFill>
                <a:srgbClr val="000000"/>
              </a:solidFill>
              <a:latin typeface="Arial" panose="020B0604020202020204" pitchFamily="34" charset="0"/>
            </a:endParaRPr>
          </a:p>
          <a:p>
            <a:br>
              <a:rPr lang="en-US" sz="2600" dirty="0"/>
            </a:br>
            <a:endParaRPr lang="en-US" sz="2600" dirty="0"/>
          </a:p>
        </p:txBody>
      </p:sp>
      <mc:AlternateContent xmlns:mc="http://schemas.openxmlformats.org/markup-compatibility/2006" xmlns:a14="http://schemas.microsoft.com/office/drawing/2010/main">
        <mc:Choice Requires="a14">
          <p:sp>
            <p:nvSpPr>
              <p:cNvPr id="68" name="Google Shape;68;p1"/>
              <p:cNvSpPr txBox="1"/>
              <p:nvPr/>
            </p:nvSpPr>
            <p:spPr>
              <a:xfrm>
                <a:off x="269650" y="3866526"/>
                <a:ext cx="8274359" cy="6590675"/>
              </a:xfrm>
              <a:prstGeom prst="rect">
                <a:avLst/>
              </a:prstGeom>
              <a:noFill/>
              <a:ln>
                <a:noFill/>
              </a:ln>
            </p:spPr>
            <p:txBody>
              <a:bodyPr spcFirstLastPara="1" wrap="square" lIns="91425" tIns="45700" rIns="91425" bIns="45700" anchor="t" anchorCtr="0">
                <a:spAutoFit/>
              </a:bodyPr>
              <a:lstStyle/>
              <a:p>
                <a:pPr algn="just"/>
                <a:r>
                  <a:rPr lang="en-US" sz="2600" dirty="0">
                    <a:latin typeface="Arial" panose="020B0604020202020204" pitchFamily="34" charset="0"/>
                  </a:rPr>
                  <a:t>The magnetic susceptibility of liquids is found to be sensitive to outcomes created by Moses effect. We exploit this behavior to understand a new method to measure magnetic susceptibility in liquids. The method relies on the deformation of the liquid surface by a magnetic field that is used to calculate the magnetic susceptibility of the liquid and is detected using an optical lever technique. The optical lever involves using a laser beam incident on the liquid and observing the reflected beam to quantify the changes induced by a magnetic field. This technique also utilizes the idea of overlaying liquids to amplify surface deformations, termed the enhanced Moses effect. Our preliminary measurements indicate a magnetic susceptibility of water to be </a:t>
                </a:r>
                <a14:m>
                  <m:oMath xmlns:m="http://schemas.openxmlformats.org/officeDocument/2006/math">
                    <m:d>
                      <m:dPr>
                        <m:ctrlPr>
                          <a:rPr lang="en-US" sz="2600" b="0" i="1" smtClean="0">
                            <a:latin typeface="Cambria Math" panose="02040503050406030204" pitchFamily="18" charset="0"/>
                          </a:rPr>
                        </m:ctrlPr>
                      </m:dPr>
                      <m:e>
                        <m:r>
                          <a:rPr lang="en-US" sz="2600" b="0" i="0" smtClean="0">
                            <a:latin typeface="Cambria Math" panose="02040503050406030204" pitchFamily="18" charset="0"/>
                          </a:rPr>
                          <m:t>9.3</m:t>
                        </m:r>
                        <m:r>
                          <a:rPr lang="en-US" sz="2600" b="0" i="1" smtClean="0">
                            <a:latin typeface="Cambria Math" panose="02040503050406030204" pitchFamily="18" charset="0"/>
                            <a:ea typeface="Cambria Math" panose="02040503050406030204" pitchFamily="18" charset="0"/>
                          </a:rPr>
                          <m:t>±0.2</m:t>
                        </m:r>
                      </m:e>
                    </m:d>
                    <m:r>
                      <a:rPr lang="en-US" sz="2600" b="0" i="1" smtClean="0">
                        <a:latin typeface="Cambria Math" panose="02040503050406030204" pitchFamily="18" charset="0"/>
                        <a:ea typeface="Cambria Math" panose="02040503050406030204" pitchFamily="18" charset="0"/>
                      </a:rPr>
                      <m:t>×</m:t>
                    </m:r>
                    <m:sSup>
                      <m:sSupPr>
                        <m:ctrlPr>
                          <a:rPr lang="en-US" sz="2600" b="0" i="1" smtClean="0">
                            <a:latin typeface="Cambria Math" panose="02040503050406030204" pitchFamily="18" charset="0"/>
                            <a:ea typeface="Cambria Math" panose="02040503050406030204" pitchFamily="18" charset="0"/>
                          </a:rPr>
                        </m:ctrlPr>
                      </m:sSupPr>
                      <m:e>
                        <m:r>
                          <a:rPr lang="en-US" sz="2600" i="1">
                            <a:latin typeface="Cambria Math" panose="02040503050406030204" pitchFamily="18" charset="0"/>
                            <a:ea typeface="Cambria Math" panose="02040503050406030204" pitchFamily="18" charset="0"/>
                          </a:rPr>
                          <m:t>10</m:t>
                        </m:r>
                      </m:e>
                      <m:sup>
                        <m:r>
                          <a:rPr lang="en-US" sz="2600" b="0" i="1" smtClean="0">
                            <a:latin typeface="Cambria Math" panose="02040503050406030204" pitchFamily="18" charset="0"/>
                            <a:ea typeface="Cambria Math" panose="02040503050406030204" pitchFamily="18" charset="0"/>
                          </a:rPr>
                          <m:t>−6</m:t>
                        </m:r>
                      </m:sup>
                    </m:sSup>
                  </m:oMath>
                </a14:m>
                <a:r>
                  <a:rPr lang="en-US" sz="2600" dirty="0">
                    <a:latin typeface="Arial" panose="020B0604020202020204" pitchFamily="34" charset="0"/>
                  </a:rPr>
                  <a:t>, which is approximately </a:t>
                </a:r>
                <a14:m>
                  <m:oMath xmlns:m="http://schemas.openxmlformats.org/officeDocument/2006/math">
                    <m:r>
                      <a:rPr lang="en-US" sz="2600" b="0" i="1" smtClean="0">
                        <a:latin typeface="Cambria Math" panose="02040503050406030204" pitchFamily="18" charset="0"/>
                      </a:rPr>
                      <m:t>1</m:t>
                    </m:r>
                    <m:r>
                      <a:rPr lang="en-US" sz="2600" b="0" i="1" smtClean="0">
                        <a:latin typeface="Cambria Math" panose="02040503050406030204" pitchFamily="18" charset="0"/>
                      </a:rPr>
                      <m:t>𝜎</m:t>
                    </m:r>
                  </m:oMath>
                </a14:m>
                <a:r>
                  <a:rPr lang="en-US" sz="2600" dirty="0">
                    <a:latin typeface="Arial" panose="020B0604020202020204" pitchFamily="34" charset="0"/>
                  </a:rPr>
                  <a:t> higher than expected.</a:t>
                </a:r>
              </a:p>
            </p:txBody>
          </p:sp>
        </mc:Choice>
        <mc:Fallback xmlns="">
          <p:sp>
            <p:nvSpPr>
              <p:cNvPr id="68" name="Google Shape;68;p1"/>
              <p:cNvSpPr txBox="1">
                <a:spLocks noRot="1" noChangeAspect="1" noMove="1" noResize="1" noEditPoints="1" noAdjustHandles="1" noChangeArrowheads="1" noChangeShapeType="1" noTextEdit="1"/>
              </p:cNvSpPr>
              <p:nvPr/>
            </p:nvSpPr>
            <p:spPr>
              <a:xfrm>
                <a:off x="269650" y="3866526"/>
                <a:ext cx="8274359" cy="6590675"/>
              </a:xfrm>
              <a:prstGeom prst="rect">
                <a:avLst/>
              </a:prstGeom>
              <a:blipFill>
                <a:blip r:embed="rId3"/>
                <a:stretch>
                  <a:fillRect l="-1325" t="-833" r="-1252"/>
                </a:stretch>
              </a:blipFill>
              <a:ln>
                <a:noFill/>
              </a:ln>
            </p:spPr>
            <p:txBody>
              <a:bodyPr/>
              <a:lstStyle/>
              <a:p>
                <a:r>
                  <a:rPr lang="en-US">
                    <a:noFill/>
                  </a:rPr>
                  <a:t> </a:t>
                </a:r>
              </a:p>
            </p:txBody>
          </p:sp>
        </mc:Fallback>
      </mc:AlternateContent>
      <p:sp>
        <p:nvSpPr>
          <p:cNvPr id="69" name="Google Shape;69;p1"/>
          <p:cNvSpPr txBox="1"/>
          <p:nvPr/>
        </p:nvSpPr>
        <p:spPr>
          <a:xfrm>
            <a:off x="5495364" y="10972287"/>
            <a:ext cx="3065929" cy="446236"/>
          </a:xfrm>
          <a:prstGeom prst="rect">
            <a:avLst/>
          </a:prstGeom>
          <a:noFill/>
          <a:ln>
            <a:noFill/>
          </a:ln>
        </p:spPr>
        <p:txBody>
          <a:bodyPr spcFirstLastPara="1" wrap="square" lIns="91425" tIns="45700" rIns="91425" bIns="45700" anchor="t" anchorCtr="0">
            <a:spAutoFit/>
          </a:bodyPr>
          <a:lstStyle/>
          <a:p>
            <a:endParaRPr sz="2300" dirty="0">
              <a:solidFill>
                <a:schemeClr val="dk1"/>
              </a:solidFill>
            </a:endParaRPr>
          </a:p>
        </p:txBody>
      </p:sp>
      <p:sp>
        <p:nvSpPr>
          <p:cNvPr id="70" name="Google Shape;70;p1"/>
          <p:cNvSpPr txBox="1"/>
          <p:nvPr/>
        </p:nvSpPr>
        <p:spPr>
          <a:xfrm>
            <a:off x="11365559" y="11898009"/>
            <a:ext cx="4252800" cy="393914"/>
          </a:xfrm>
          <a:prstGeom prst="rect">
            <a:avLst/>
          </a:prstGeom>
          <a:noFill/>
          <a:ln>
            <a:noFill/>
          </a:ln>
        </p:spPr>
        <p:txBody>
          <a:bodyPr spcFirstLastPara="1" wrap="square" lIns="91425" tIns="45700" rIns="91425" bIns="45700" anchor="t" anchorCtr="0">
            <a:spAutoFit/>
          </a:bodyPr>
          <a:lstStyle/>
          <a:p>
            <a:endParaRPr sz="1960" dirty="0"/>
          </a:p>
        </p:txBody>
      </p:sp>
      <p:sp>
        <p:nvSpPr>
          <p:cNvPr id="72" name="Google Shape;72;p1"/>
          <p:cNvSpPr txBox="1"/>
          <p:nvPr/>
        </p:nvSpPr>
        <p:spPr>
          <a:xfrm>
            <a:off x="23701500" y="2912900"/>
            <a:ext cx="9009900" cy="856332"/>
          </a:xfrm>
          <a:prstGeom prst="rect">
            <a:avLst/>
          </a:prstGeom>
          <a:solidFill>
            <a:schemeClr val="accent4"/>
          </a:solidFill>
          <a:ln w="9525" cap="flat" cmpd="sng">
            <a:solidFill>
              <a:schemeClr val="dk1"/>
            </a:solidFill>
            <a:prstDash val="solid"/>
            <a:miter lim="800000"/>
            <a:headEnd type="none" w="sm" len="sm"/>
            <a:tailEnd type="none" w="sm" len="sm"/>
          </a:ln>
        </p:spPr>
        <p:txBody>
          <a:bodyPr spcFirstLastPara="1" wrap="square" lIns="86050" tIns="43025" rIns="86050" bIns="43025" anchor="t" anchorCtr="0">
            <a:spAutoFit/>
          </a:bodyPr>
          <a:lstStyle/>
          <a:p>
            <a:pPr algn="ctr"/>
            <a:r>
              <a:rPr lang="en-US" sz="5000" dirty="0">
                <a:solidFill>
                  <a:schemeClr val="lt1"/>
                </a:solidFill>
              </a:rPr>
              <a:t>Setup</a:t>
            </a:r>
            <a:endParaRPr sz="5000" dirty="0">
              <a:solidFill>
                <a:schemeClr val="dk1"/>
              </a:solidFill>
            </a:endParaRPr>
          </a:p>
        </p:txBody>
      </p:sp>
      <p:graphicFrame>
        <p:nvGraphicFramePr>
          <p:cNvPr id="3" name="Object 2">
            <a:hlinkClick r:id="" action="ppaction://ole?verb=0"/>
          </p:cNvPr>
          <p:cNvGraphicFramePr>
            <a:graphicFrameLocks noChangeAspect="1"/>
          </p:cNvGraphicFramePr>
          <p:nvPr/>
        </p:nvGraphicFramePr>
        <p:xfrm>
          <a:off x="16402050" y="10864852"/>
          <a:ext cx="114300" cy="215900"/>
        </p:xfrm>
        <a:graphic>
          <a:graphicData uri="http://schemas.openxmlformats.org/presentationml/2006/ole">
            <mc:AlternateContent xmlns:mc="http://schemas.openxmlformats.org/markup-compatibility/2006">
              <mc:Choice xmlns:v="urn:schemas-microsoft-com:vml" Requires="v">
                <p:oleObj r:id="rId4" imgW="114300" imgH="215900" progId="Equation.KSEE3">
                  <p:embed/>
                </p:oleObj>
              </mc:Choice>
              <mc:Fallback>
                <p:oleObj r:id="rId4" imgW="114300" imgH="215900" progId="Equation.KSEE3">
                  <p:embed/>
                  <p:pic>
                    <p:nvPicPr>
                      <p:cNvPr id="0" name="Picture 1024"/>
                      <p:cNvPicPr/>
                      <p:nvPr/>
                    </p:nvPicPr>
                    <p:blipFill>
                      <a:blip r:embed="rId5"/>
                      <a:stretch>
                        <a:fillRect/>
                      </a:stretch>
                    </p:blipFill>
                    <p:spPr>
                      <a:xfrm>
                        <a:off x="16402050" y="10864852"/>
                        <a:ext cx="114300" cy="215900"/>
                      </a:xfrm>
                      <a:prstGeom prst="rect">
                        <a:avLst/>
                      </a:prstGeom>
                    </p:spPr>
                  </p:pic>
                </p:oleObj>
              </mc:Fallback>
            </mc:AlternateContent>
          </a:graphicData>
        </a:graphic>
      </p:graphicFrame>
      <p:sp>
        <p:nvSpPr>
          <p:cNvPr id="23" name="Text Box 22"/>
          <p:cNvSpPr txBox="1"/>
          <p:nvPr/>
        </p:nvSpPr>
        <p:spPr>
          <a:xfrm>
            <a:off x="20941031" y="12284075"/>
            <a:ext cx="1605915" cy="1019175"/>
          </a:xfrm>
          <a:prstGeom prst="rect">
            <a:avLst/>
          </a:prstGeom>
          <a:noFill/>
        </p:spPr>
        <p:txBody>
          <a:bodyPr wrap="square" rtlCol="0" anchor="t">
            <a:noAutofit/>
          </a:bodyPr>
          <a:lstStyle/>
          <a:p>
            <a:endParaRPr lang="en-US" sz="2100" dirty="0">
              <a:latin typeface="Times New Roman" panose="02020603050405020304" pitchFamily="18" charset="0"/>
              <a:sym typeface="+mn-ea"/>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21F410B-12C2-C4B5-DEDE-07A341F9C081}"/>
                  </a:ext>
                </a:extLst>
              </p:cNvPr>
              <p:cNvSpPr txBox="1"/>
              <p:nvPr/>
            </p:nvSpPr>
            <p:spPr>
              <a:xfrm>
                <a:off x="9088966" y="3788123"/>
                <a:ext cx="11026798" cy="3766096"/>
              </a:xfrm>
              <a:prstGeom prst="rect">
                <a:avLst/>
              </a:prstGeom>
              <a:noFill/>
            </p:spPr>
            <p:txBody>
              <a:bodyPr wrap="square">
                <a:spAutoFit/>
              </a:bodyPr>
              <a:lstStyle/>
              <a:p>
                <a:pPr algn="just"/>
                <a:r>
                  <a:rPr lang="en-US" sz="2600" b="1" dirty="0"/>
                  <a:t>Moses Effect:</a:t>
                </a:r>
                <a:r>
                  <a:rPr lang="en-US" sz="2600" dirty="0"/>
                  <a:t>  Under a magnetic field, materials exhibit Dia/Para-magnetism, which leads to liquid surface deformation, known as The Moses Effect, reaching equilibrium where gravitational and magnetic energy densities are balanced, yielding the formula:</a:t>
                </a:r>
                <a:endParaRPr lang="en-US" sz="2600" b="0" i="0" dirty="0">
                  <a:solidFill>
                    <a:srgbClr val="0D0D0D"/>
                  </a:solidFill>
                  <a:highlight>
                    <a:srgbClr val="FFFFFF"/>
                  </a:highlight>
                  <a:latin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r>
                        <m:rPr>
                          <m:sty m:val="p"/>
                        </m:rPr>
                        <a:rPr lang="en-US" sz="2600" b="0" i="0" smtClean="0">
                          <a:solidFill>
                            <a:srgbClr val="0D0D0D"/>
                          </a:solidFill>
                          <a:highlight>
                            <a:srgbClr val="FFFFFF"/>
                          </a:highlight>
                          <a:latin typeface="Cambria Math" panose="02040503050406030204" pitchFamily="18" charset="0"/>
                        </a:rPr>
                        <m:t>Δ</m:t>
                      </m:r>
                      <m:r>
                        <a:rPr lang="en-US" sz="2600" b="0" i="1" smtClean="0">
                          <a:solidFill>
                            <a:srgbClr val="0D0D0D"/>
                          </a:solidFill>
                          <a:highlight>
                            <a:srgbClr val="FFFFFF"/>
                          </a:highlight>
                          <a:latin typeface="Cambria Math" panose="02040503050406030204" pitchFamily="18" charset="0"/>
                        </a:rPr>
                        <m:t>h</m:t>
                      </m:r>
                      <m:r>
                        <a:rPr lang="en-US" sz="2600" i="1" smtClean="0">
                          <a:solidFill>
                            <a:srgbClr val="0D0D0D"/>
                          </a:solidFill>
                          <a:highlight>
                            <a:srgbClr val="FFFFFF"/>
                          </a:highlight>
                          <a:latin typeface="Cambria Math" panose="02040503050406030204" pitchFamily="18" charset="0"/>
                        </a:rPr>
                        <m:t>=</m:t>
                      </m:r>
                      <m:r>
                        <a:rPr lang="en-US" sz="2600" b="0" i="1" smtClean="0">
                          <a:solidFill>
                            <a:srgbClr val="0D0D0D"/>
                          </a:solidFill>
                          <a:highlight>
                            <a:srgbClr val="FFFFFF"/>
                          </a:highlight>
                          <a:latin typeface="Cambria Math" panose="02040503050406030204" pitchFamily="18" charset="0"/>
                        </a:rPr>
                        <m:t> </m:t>
                      </m:r>
                      <m:f>
                        <m:fPr>
                          <m:ctrlPr>
                            <a:rPr lang="en-US" sz="2600" b="0" i="1" smtClean="0">
                              <a:solidFill>
                                <a:srgbClr val="0D0D0D"/>
                              </a:solidFill>
                              <a:highlight>
                                <a:srgbClr val="FFFFFF"/>
                              </a:highlight>
                              <a:latin typeface="Cambria Math" panose="02040503050406030204" pitchFamily="18" charset="0"/>
                            </a:rPr>
                          </m:ctrlPr>
                        </m:fPr>
                        <m:num>
                          <m:sSub>
                            <m:sSubPr>
                              <m:ctrlPr>
                                <a:rPr lang="en-US" sz="2600" b="0" i="1" smtClean="0">
                                  <a:solidFill>
                                    <a:srgbClr val="0D0D0D"/>
                                  </a:solidFill>
                                  <a:highlight>
                                    <a:srgbClr val="FFFFFF"/>
                                  </a:highlight>
                                  <a:latin typeface="Cambria Math" panose="02040503050406030204" pitchFamily="18" charset="0"/>
                                </a:rPr>
                              </m:ctrlPr>
                            </m:sSubPr>
                            <m:e>
                              <m:r>
                                <a:rPr lang="en-US" sz="2600" i="1">
                                  <a:solidFill>
                                    <a:srgbClr val="0D0D0D"/>
                                  </a:solidFill>
                                  <a:highlight>
                                    <a:srgbClr val="FFFFFF"/>
                                  </a:highlight>
                                  <a:latin typeface="Cambria Math" panose="02040503050406030204" pitchFamily="18" charset="0"/>
                                </a:rPr>
                                <m:t>𝜇</m:t>
                              </m:r>
                            </m:e>
                            <m:sub>
                              <m:r>
                                <a:rPr lang="en-US" sz="2600" b="0" i="1" smtClean="0">
                                  <a:solidFill>
                                    <a:srgbClr val="0D0D0D"/>
                                  </a:solidFill>
                                  <a:highlight>
                                    <a:srgbClr val="FFFFFF"/>
                                  </a:highlight>
                                  <a:latin typeface="Cambria Math" panose="02040503050406030204" pitchFamily="18" charset="0"/>
                                </a:rPr>
                                <m:t>0</m:t>
                              </m:r>
                            </m:sub>
                          </m:sSub>
                          <m:sSup>
                            <m:sSupPr>
                              <m:ctrlPr>
                                <a:rPr lang="en-US" sz="2600" b="0" i="1" smtClean="0">
                                  <a:solidFill>
                                    <a:srgbClr val="0D0D0D"/>
                                  </a:solidFill>
                                  <a:highlight>
                                    <a:srgbClr val="FFFFFF"/>
                                  </a:highlight>
                                  <a:latin typeface="Cambria Math" panose="02040503050406030204" pitchFamily="18" charset="0"/>
                                </a:rPr>
                              </m:ctrlPr>
                            </m:sSupPr>
                            <m:e>
                              <m:r>
                                <a:rPr lang="en-US" sz="2600" b="0" i="1" smtClean="0">
                                  <a:solidFill>
                                    <a:srgbClr val="0D0D0D"/>
                                  </a:solidFill>
                                  <a:highlight>
                                    <a:srgbClr val="FFFFFF"/>
                                  </a:highlight>
                                  <a:latin typeface="Cambria Math" panose="02040503050406030204" pitchFamily="18" charset="0"/>
                                </a:rPr>
                                <m:t>𝐻</m:t>
                              </m:r>
                            </m:e>
                            <m:sup>
                              <m:r>
                                <a:rPr lang="en-US" sz="2600" b="0" i="1" smtClean="0">
                                  <a:solidFill>
                                    <a:srgbClr val="0D0D0D"/>
                                  </a:solidFill>
                                  <a:highlight>
                                    <a:srgbClr val="FFFFFF"/>
                                  </a:highlight>
                                  <a:latin typeface="Cambria Math" panose="02040503050406030204" pitchFamily="18" charset="0"/>
                                </a:rPr>
                                <m:t>2</m:t>
                              </m:r>
                            </m:sup>
                          </m:sSup>
                          <m:r>
                            <a:rPr lang="en-US" sz="2600" b="0" i="1" smtClean="0">
                              <a:solidFill>
                                <a:srgbClr val="0D0D0D"/>
                              </a:solidFill>
                              <a:highlight>
                                <a:srgbClr val="FFFFFF"/>
                              </a:highlight>
                              <a:latin typeface="Cambria Math" panose="02040503050406030204" pitchFamily="18" charset="0"/>
                            </a:rPr>
                            <m:t>𝜒</m:t>
                          </m:r>
                        </m:num>
                        <m:den>
                          <m:r>
                            <a:rPr lang="en-US" sz="2600" b="0" i="1" smtClean="0">
                              <a:solidFill>
                                <a:srgbClr val="0D0D0D"/>
                              </a:solidFill>
                              <a:highlight>
                                <a:srgbClr val="FFFFFF"/>
                              </a:highlight>
                              <a:latin typeface="Cambria Math" panose="02040503050406030204" pitchFamily="18" charset="0"/>
                            </a:rPr>
                            <m:t>2 </m:t>
                          </m:r>
                          <m:r>
                            <a:rPr lang="en-US" sz="2600" b="0" i="1" smtClean="0">
                              <a:solidFill>
                                <a:srgbClr val="0D0D0D"/>
                              </a:solidFill>
                              <a:highlight>
                                <a:srgbClr val="FFFFFF"/>
                              </a:highlight>
                              <a:latin typeface="Cambria Math" panose="02040503050406030204" pitchFamily="18" charset="0"/>
                            </a:rPr>
                            <m:t>𝑔</m:t>
                          </m:r>
                          <m:r>
                            <a:rPr lang="en-US" sz="2600" b="0" i="1" smtClean="0">
                              <a:solidFill>
                                <a:srgbClr val="0D0D0D"/>
                              </a:solidFill>
                              <a:highlight>
                                <a:srgbClr val="FFFFFF"/>
                              </a:highlight>
                              <a:latin typeface="Cambria Math" panose="02040503050406030204" pitchFamily="18" charset="0"/>
                            </a:rPr>
                            <m:t> </m:t>
                          </m:r>
                          <m:r>
                            <a:rPr lang="en-US" sz="2600" b="0" i="1" smtClean="0">
                              <a:solidFill>
                                <a:srgbClr val="0D0D0D"/>
                              </a:solidFill>
                              <a:highlight>
                                <a:srgbClr val="FFFFFF"/>
                              </a:highlight>
                              <a:latin typeface="Cambria Math" panose="02040503050406030204" pitchFamily="18" charset="0"/>
                            </a:rPr>
                            <m:t>𝜌</m:t>
                          </m:r>
                        </m:den>
                      </m:f>
                      <m:r>
                        <a:rPr lang="en-US" sz="2600" b="0" i="1" smtClean="0">
                          <a:solidFill>
                            <a:srgbClr val="0D0D0D"/>
                          </a:solidFill>
                          <a:highlight>
                            <a:srgbClr val="FFFFFF"/>
                          </a:highlight>
                          <a:latin typeface="Cambria Math" panose="02040503050406030204" pitchFamily="18" charset="0"/>
                        </a:rPr>
                        <m:t>,</m:t>
                      </m:r>
                    </m:oMath>
                  </m:oMathPara>
                </a14:m>
                <a:endParaRPr lang="en-US" sz="2600" b="0" dirty="0">
                  <a:solidFill>
                    <a:srgbClr val="0D0D0D"/>
                  </a:solidFill>
                  <a:highlight>
                    <a:srgbClr val="FFFFFF"/>
                  </a:highlight>
                </a:endParaRPr>
              </a:p>
              <a:p>
                <a:pPr algn="just"/>
                <a:r>
                  <a:rPr lang="en-US" sz="2600" dirty="0">
                    <a:solidFill>
                      <a:srgbClr val="0D0D0D"/>
                    </a:solidFill>
                    <a:highlight>
                      <a:srgbClr val="FFFFFF"/>
                    </a:highlight>
                  </a:rPr>
                  <a:t>which relates the susceptibility </a:t>
                </a:r>
                <a14:m>
                  <m:oMath xmlns:m="http://schemas.openxmlformats.org/officeDocument/2006/math">
                    <m:r>
                      <a:rPr lang="en-US" sz="2600" b="0" i="1" smtClean="0">
                        <a:solidFill>
                          <a:srgbClr val="0D0D0D"/>
                        </a:solidFill>
                        <a:highlight>
                          <a:srgbClr val="FFFFFF"/>
                        </a:highlight>
                        <a:latin typeface="Cambria Math" panose="02040503050406030204" pitchFamily="18" charset="0"/>
                      </a:rPr>
                      <m:t>𝜒</m:t>
                    </m:r>
                  </m:oMath>
                </a14:m>
                <a:r>
                  <a:rPr lang="en-US" sz="2600" b="0" dirty="0">
                    <a:solidFill>
                      <a:srgbClr val="0D0D0D"/>
                    </a:solidFill>
                    <a:highlight>
                      <a:srgbClr val="FFFFFF"/>
                    </a:highlight>
                  </a:rPr>
                  <a:t>, density of liquid </a:t>
                </a:r>
                <a14:m>
                  <m:oMath xmlns:m="http://schemas.openxmlformats.org/officeDocument/2006/math">
                    <m:r>
                      <a:rPr lang="en-US" sz="2600" i="1">
                        <a:solidFill>
                          <a:srgbClr val="0D0D0D"/>
                        </a:solidFill>
                        <a:highlight>
                          <a:srgbClr val="FFFFFF"/>
                        </a:highlight>
                        <a:latin typeface="Cambria Math" panose="02040503050406030204" pitchFamily="18" charset="0"/>
                      </a:rPr>
                      <m:t>𝜌</m:t>
                    </m:r>
                  </m:oMath>
                </a14:m>
                <a:r>
                  <a:rPr lang="en-US" sz="2600" b="0" dirty="0">
                    <a:solidFill>
                      <a:srgbClr val="0D0D0D"/>
                    </a:solidFill>
                    <a:highlight>
                      <a:srgbClr val="FFFFFF"/>
                    </a:highlight>
                  </a:rPr>
                  <a:t>, auxiliary field </a:t>
                </a:r>
                <a14:m>
                  <m:oMath xmlns:m="http://schemas.openxmlformats.org/officeDocument/2006/math">
                    <m:r>
                      <a:rPr lang="en-US" sz="2600" b="0" i="1" smtClean="0">
                        <a:solidFill>
                          <a:srgbClr val="0D0D0D"/>
                        </a:solidFill>
                        <a:highlight>
                          <a:srgbClr val="FFFFFF"/>
                        </a:highlight>
                        <a:latin typeface="Cambria Math" panose="02040503050406030204" pitchFamily="18" charset="0"/>
                      </a:rPr>
                      <m:t>𝐻</m:t>
                    </m:r>
                  </m:oMath>
                </a14:m>
                <a:r>
                  <a:rPr lang="en-US" sz="2600" b="0" dirty="0">
                    <a:solidFill>
                      <a:srgbClr val="0D0D0D"/>
                    </a:solidFill>
                    <a:highlight>
                      <a:srgbClr val="FFFFFF"/>
                    </a:highlight>
                  </a:rPr>
                  <a:t>and permeability of free space </a:t>
                </a:r>
                <a14:m>
                  <m:oMath xmlns:m="http://schemas.openxmlformats.org/officeDocument/2006/math">
                    <m:sSub>
                      <m:sSubPr>
                        <m:ctrlPr>
                          <a:rPr lang="en-US" sz="2600" b="0" i="1" smtClean="0">
                            <a:solidFill>
                              <a:srgbClr val="0D0D0D"/>
                            </a:solidFill>
                            <a:highlight>
                              <a:srgbClr val="FFFFFF"/>
                            </a:highlight>
                            <a:latin typeface="Cambria Math" panose="02040503050406030204" pitchFamily="18" charset="0"/>
                          </a:rPr>
                        </m:ctrlPr>
                      </m:sSubPr>
                      <m:e>
                        <m:r>
                          <a:rPr lang="en-US" sz="2600" i="1">
                            <a:solidFill>
                              <a:srgbClr val="0D0D0D"/>
                            </a:solidFill>
                            <a:highlight>
                              <a:srgbClr val="FFFFFF"/>
                            </a:highlight>
                            <a:latin typeface="Cambria Math" panose="02040503050406030204" pitchFamily="18" charset="0"/>
                          </a:rPr>
                          <m:t>𝜇</m:t>
                        </m:r>
                      </m:e>
                      <m:sub>
                        <m:r>
                          <a:rPr lang="en-US" sz="2600" b="0" i="1" smtClean="0">
                            <a:solidFill>
                              <a:srgbClr val="0D0D0D"/>
                            </a:solidFill>
                            <a:highlight>
                              <a:srgbClr val="FFFFFF"/>
                            </a:highlight>
                            <a:latin typeface="Cambria Math" panose="02040503050406030204" pitchFamily="18" charset="0"/>
                          </a:rPr>
                          <m:t>0</m:t>
                        </m:r>
                      </m:sub>
                    </m:sSub>
                  </m:oMath>
                </a14:m>
                <a:r>
                  <a:rPr lang="en-US" sz="2600" b="0" dirty="0">
                    <a:solidFill>
                      <a:srgbClr val="0D0D0D"/>
                    </a:solidFill>
                    <a:highlight>
                      <a:srgbClr val="FFFFFF"/>
                    </a:highlight>
                  </a:rPr>
                  <a:t> with the height of the deformed surface of the liquid. </a:t>
                </a:r>
              </a:p>
            </p:txBody>
          </p:sp>
        </mc:Choice>
        <mc:Fallback xmlns="">
          <p:sp>
            <p:nvSpPr>
              <p:cNvPr id="18" name="TextBox 17">
                <a:extLst>
                  <a:ext uri="{FF2B5EF4-FFF2-40B4-BE49-F238E27FC236}">
                    <a16:creationId xmlns:a16="http://schemas.microsoft.com/office/drawing/2014/main" id="{E21F410B-12C2-C4B5-DEDE-07A341F9C081}"/>
                  </a:ext>
                </a:extLst>
              </p:cNvPr>
              <p:cNvSpPr txBox="1">
                <a:spLocks noRot="1" noChangeAspect="1" noMove="1" noResize="1" noEditPoints="1" noAdjustHandles="1" noChangeArrowheads="1" noChangeShapeType="1" noTextEdit="1"/>
              </p:cNvSpPr>
              <p:nvPr/>
            </p:nvSpPr>
            <p:spPr>
              <a:xfrm>
                <a:off x="9088966" y="3788123"/>
                <a:ext cx="11026798" cy="3766096"/>
              </a:xfrm>
              <a:prstGeom prst="rect">
                <a:avLst/>
              </a:prstGeom>
              <a:blipFill>
                <a:blip r:embed="rId6"/>
                <a:stretch>
                  <a:fillRect l="-995" t="-1456" r="-1879" b="-30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E81520B-0328-AD8C-3105-EC8CF833AF8C}"/>
                  </a:ext>
                </a:extLst>
              </p:cNvPr>
              <p:cNvSpPr txBox="1"/>
              <p:nvPr/>
            </p:nvSpPr>
            <p:spPr>
              <a:xfrm>
                <a:off x="9275310" y="7620353"/>
                <a:ext cx="9037288" cy="2844561"/>
              </a:xfrm>
              <a:prstGeom prst="rect">
                <a:avLst/>
              </a:prstGeom>
              <a:noFill/>
            </p:spPr>
            <p:txBody>
              <a:bodyPr wrap="square">
                <a:spAutoFit/>
              </a:bodyPr>
              <a:lstStyle/>
              <a:p>
                <a:pPr algn="just"/>
                <a:r>
                  <a:rPr lang="en-US" sz="2600" b="1" dirty="0">
                    <a:latin typeface="Arial" panose="020B0604020202020204" pitchFamily="34" charset="0"/>
                  </a:rPr>
                  <a:t>The Optical Lever Technique:</a:t>
                </a:r>
                <a:r>
                  <a:rPr lang="en-US" sz="2600" dirty="0">
                    <a:latin typeface="Arial" panose="020B0604020202020204" pitchFamily="34" charset="0"/>
                  </a:rPr>
                  <a:t> To measure Δℎ, we use a focused light source reflected off the liquid surface. With a reflected angle change of </a:t>
                </a:r>
                <a14:m>
                  <m:oMath xmlns:m="http://schemas.openxmlformats.org/officeDocument/2006/math">
                    <m:r>
                      <a:rPr lang="en-US" sz="2600">
                        <a:latin typeface="Cambria Math" panose="02040503050406030204" pitchFamily="18" charset="0"/>
                      </a:rPr>
                      <m:t>2</m:t>
                    </m:r>
                    <m:r>
                      <m:rPr>
                        <m:sty m:val="p"/>
                      </m:rPr>
                      <a:rPr lang="en-US" sz="2600">
                        <a:latin typeface="Cambria Math" panose="02040503050406030204" pitchFamily="18" charset="0"/>
                      </a:rPr>
                      <m:t>Δ</m:t>
                    </m:r>
                    <m:r>
                      <a:rPr lang="en-US" sz="2600">
                        <a:latin typeface="Cambria Math" panose="02040503050406030204" pitchFamily="18" charset="0"/>
                      </a:rPr>
                      <m:t>𝜃</m:t>
                    </m:r>
                  </m:oMath>
                </a14:m>
                <a:r>
                  <a:rPr lang="el-GR" sz="2600" dirty="0">
                    <a:latin typeface="Arial" panose="020B0604020202020204" pitchFamily="34" charset="0"/>
                  </a:rPr>
                  <a:t>, </a:t>
                </a:r>
                <a:r>
                  <a:rPr lang="en-US" sz="2600" dirty="0">
                    <a:latin typeface="Arial" panose="020B0604020202020204" pitchFamily="34" charset="0"/>
                  </a:rPr>
                  <a:t>the trigonometric relationship</a:t>
                </a:r>
              </a:p>
              <a:p>
                <a:pPr algn="just"/>
                <a14:m>
                  <m:oMathPara xmlns:m="http://schemas.openxmlformats.org/officeDocument/2006/math">
                    <m:oMathParaPr>
                      <m:jc m:val="centerGroup"/>
                    </m:oMathParaPr>
                    <m:oMath xmlns:m="http://schemas.openxmlformats.org/officeDocument/2006/math">
                      <m:func>
                        <m:funcPr>
                          <m:ctrlPr>
                            <a:rPr lang="en-US" sz="2600" b="0" i="1" smtClean="0">
                              <a:latin typeface="Cambria Math" panose="02040503050406030204" pitchFamily="18" charset="0"/>
                            </a:rPr>
                          </m:ctrlPr>
                        </m:funcPr>
                        <m:fName>
                          <m:r>
                            <m:rPr>
                              <m:sty m:val="p"/>
                            </m:rPr>
                            <a:rPr lang="en-US" sz="2600" b="0" i="0" smtClean="0">
                              <a:latin typeface="Cambria Math" panose="02040503050406030204" pitchFamily="18" charset="0"/>
                            </a:rPr>
                            <m:t>tan</m:t>
                          </m:r>
                        </m:fName>
                        <m:e>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𝜃</m:t>
                              </m:r>
                              <m:r>
                                <a:rPr lang="en-US" sz="2600" b="0" i="1" smtClean="0">
                                  <a:latin typeface="Cambria Math" panose="02040503050406030204" pitchFamily="18" charset="0"/>
                                </a:rPr>
                                <m:t>+2</m:t>
                              </m:r>
                              <m:r>
                                <m:rPr>
                                  <m:sty m:val="p"/>
                                </m:rPr>
                                <a:rPr lang="en-US" sz="2600" b="0" i="0" smtClean="0">
                                  <a:latin typeface="Cambria Math" panose="02040503050406030204" pitchFamily="18" charset="0"/>
                                </a:rPr>
                                <m:t>Δ</m:t>
                              </m:r>
                              <m:r>
                                <a:rPr lang="en-US" sz="2600" b="0" i="1" smtClean="0">
                                  <a:latin typeface="Cambria Math" panose="02040503050406030204" pitchFamily="18" charset="0"/>
                                </a:rPr>
                                <m:t>𝜃</m:t>
                              </m:r>
                            </m:e>
                          </m:d>
                          <m:r>
                            <a:rPr lang="en-US" sz="2600" b="0" i="1" smtClean="0">
                              <a:latin typeface="Cambria Math" panose="02040503050406030204" pitchFamily="18" charset="0"/>
                            </a:rPr>
                            <m:t>=</m:t>
                          </m:r>
                          <m:f>
                            <m:fPr>
                              <m:ctrlPr>
                                <a:rPr lang="en-US" sz="2600" b="0" i="1" smtClean="0">
                                  <a:latin typeface="Cambria Math" panose="02040503050406030204" pitchFamily="18" charset="0"/>
                                </a:rPr>
                              </m:ctrlPr>
                            </m:fPr>
                            <m:num>
                              <m:r>
                                <a:rPr lang="en-US" sz="2600" i="1">
                                  <a:latin typeface="Cambria Math" panose="02040503050406030204" pitchFamily="18" charset="0"/>
                                </a:rPr>
                                <m:t>𝑦</m:t>
                              </m:r>
                              <m:r>
                                <a:rPr lang="en-US" sz="2600" i="1">
                                  <a:latin typeface="Cambria Math" panose="02040503050406030204" pitchFamily="18" charset="0"/>
                                </a:rPr>
                                <m:t>+</m:t>
                              </m:r>
                              <m:r>
                                <m:rPr>
                                  <m:sty m:val="p"/>
                                </m:rPr>
                                <a:rPr lang="en-US" sz="2600">
                                  <a:latin typeface="Cambria Math" panose="02040503050406030204" pitchFamily="18" charset="0"/>
                                </a:rPr>
                                <m:t>Δ</m:t>
                              </m:r>
                              <m:r>
                                <a:rPr lang="en-US" sz="2600" i="1">
                                  <a:latin typeface="Cambria Math" panose="02040503050406030204" pitchFamily="18" charset="0"/>
                                </a:rPr>
                                <m:t>𝑦</m:t>
                              </m:r>
                            </m:num>
                            <m:den>
                              <m:r>
                                <a:rPr lang="en-US" sz="2600" b="0" i="1" smtClean="0">
                                  <a:latin typeface="Cambria Math" panose="02040503050406030204" pitchFamily="18" charset="0"/>
                                </a:rPr>
                                <m:t>𝑥</m:t>
                              </m:r>
                            </m:den>
                          </m:f>
                        </m:e>
                      </m:func>
                    </m:oMath>
                  </m:oMathPara>
                </a14:m>
                <a:endParaRPr lang="en-US" sz="2600" dirty="0">
                  <a:latin typeface="Arial" panose="020B0604020202020204" pitchFamily="34" charset="0"/>
                </a:endParaRPr>
              </a:p>
              <a:p>
                <a:pPr algn="just"/>
                <a:r>
                  <a:rPr lang="en-US" sz="2600" dirty="0">
                    <a:latin typeface="Arial" panose="020B0604020202020204" pitchFamily="34" charset="0"/>
                  </a:rPr>
                  <a:t>​is used to calculate </a:t>
                </a:r>
                <a14:m>
                  <m:oMath xmlns:m="http://schemas.openxmlformats.org/officeDocument/2006/math">
                    <m:r>
                      <m:rPr>
                        <m:sty m:val="p"/>
                      </m:rPr>
                      <a:rPr lang="en-US" sz="2600">
                        <a:solidFill>
                          <a:srgbClr val="0D0D0D"/>
                        </a:solidFill>
                        <a:highlight>
                          <a:srgbClr val="FFFFFF"/>
                        </a:highlight>
                        <a:latin typeface="Cambria Math" panose="02040503050406030204" pitchFamily="18" charset="0"/>
                      </a:rPr>
                      <m:t>Δ</m:t>
                    </m:r>
                    <m:r>
                      <a:rPr lang="en-US" sz="2600" b="0" i="1" smtClean="0">
                        <a:solidFill>
                          <a:srgbClr val="0D0D0D"/>
                        </a:solidFill>
                        <a:highlight>
                          <a:srgbClr val="FFFFFF"/>
                        </a:highlight>
                        <a:latin typeface="Cambria Math" panose="02040503050406030204" pitchFamily="18" charset="0"/>
                      </a:rPr>
                      <m:t>𝜃</m:t>
                    </m:r>
                    <m:r>
                      <a:rPr lang="en-US" sz="2600" b="0" i="0" smtClean="0">
                        <a:solidFill>
                          <a:srgbClr val="0D0D0D"/>
                        </a:solidFill>
                        <a:highlight>
                          <a:srgbClr val="FFFFFF"/>
                        </a:highlight>
                        <a:latin typeface="Cambria Math" panose="02040503050406030204" pitchFamily="18" charset="0"/>
                      </a:rPr>
                      <m:t>.</m:t>
                    </m:r>
                  </m:oMath>
                </a14:m>
                <a:r>
                  <a:rPr lang="el-GR" sz="2600" dirty="0">
                    <a:latin typeface="Arial" panose="020B0604020202020204" pitchFamily="34" charset="0"/>
                  </a:rPr>
                  <a:t> </a:t>
                </a:r>
                <a:r>
                  <a:rPr lang="en-US" sz="2600" dirty="0">
                    <a:latin typeface="Arial" panose="020B0604020202020204" pitchFamily="34" charset="0"/>
                  </a:rPr>
                  <a:t>Deformation height is calculated by integrating the slope across the liquid surface</a:t>
                </a:r>
                <a:endParaRPr lang="en-US" sz="2600" dirty="0"/>
              </a:p>
            </p:txBody>
          </p:sp>
        </mc:Choice>
        <mc:Fallback xmlns="">
          <p:sp>
            <p:nvSpPr>
              <p:cNvPr id="33" name="TextBox 32">
                <a:extLst>
                  <a:ext uri="{FF2B5EF4-FFF2-40B4-BE49-F238E27FC236}">
                    <a16:creationId xmlns:a16="http://schemas.microsoft.com/office/drawing/2014/main" id="{CE81520B-0328-AD8C-3105-EC8CF833AF8C}"/>
                  </a:ext>
                </a:extLst>
              </p:cNvPr>
              <p:cNvSpPr txBox="1">
                <a:spLocks noRot="1" noChangeAspect="1" noMove="1" noResize="1" noEditPoints="1" noAdjustHandles="1" noChangeArrowheads="1" noChangeShapeType="1" noTextEdit="1"/>
              </p:cNvSpPr>
              <p:nvPr/>
            </p:nvSpPr>
            <p:spPr>
              <a:xfrm>
                <a:off x="9275310" y="7620353"/>
                <a:ext cx="9037288" cy="2844561"/>
              </a:xfrm>
              <a:prstGeom prst="rect">
                <a:avLst/>
              </a:prstGeom>
              <a:blipFill>
                <a:blip r:embed="rId7"/>
                <a:stretch>
                  <a:fillRect l="-1215" t="-1927" r="-1215" b="-4497"/>
                </a:stretch>
              </a:blipFill>
            </p:spPr>
            <p:txBody>
              <a:bodyPr/>
              <a:lstStyle/>
              <a:p>
                <a:r>
                  <a:rPr lang="en-US">
                    <a:noFill/>
                  </a:rPr>
                  <a:t> </a:t>
                </a:r>
              </a:p>
            </p:txBody>
          </p:sp>
        </mc:Fallback>
      </mc:AlternateContent>
      <p:sp>
        <p:nvSpPr>
          <p:cNvPr id="35" name="TextBox 34">
            <a:extLst>
              <a:ext uri="{FF2B5EF4-FFF2-40B4-BE49-F238E27FC236}">
                <a16:creationId xmlns:a16="http://schemas.microsoft.com/office/drawing/2014/main" id="{2CFD4E5A-EBAA-9D62-E552-5E12DFC357BD}"/>
              </a:ext>
            </a:extLst>
          </p:cNvPr>
          <p:cNvSpPr txBox="1"/>
          <p:nvPr/>
        </p:nvSpPr>
        <p:spPr>
          <a:xfrm>
            <a:off x="23755676" y="3925600"/>
            <a:ext cx="8899607" cy="5293757"/>
          </a:xfrm>
          <a:prstGeom prst="rect">
            <a:avLst/>
          </a:prstGeom>
          <a:noFill/>
        </p:spPr>
        <p:txBody>
          <a:bodyPr wrap="square">
            <a:spAutoFit/>
          </a:bodyPr>
          <a:lstStyle/>
          <a:p>
            <a:pPr algn="just"/>
            <a:r>
              <a:rPr lang="en-US" sz="2600" dirty="0">
                <a:latin typeface="Arial" panose="020B0604020202020204" pitchFamily="34" charset="0"/>
              </a:rPr>
              <a:t>A HeNe laser is used along with a mirror to precisely control the angle of incidence on the liquid surface. The NdFeB magnet is mounted on a motorized translational stage. To gather experimental data, the magnet's position is systematically adjusted in incremental steps using a stepper motor. With each increment, corresponding changes in the laser beam's reflected position on a distant wall (∆𝑦) are meticulously recorded until the magnet has moved beyond the point of reflection on the petri dish. By correlating these incremental changes in magnet position with the corresponding shifts in the reflected laser beam's position, precise measurements of the surface deformation and slope can be obtained. </a:t>
            </a:r>
            <a:endParaRPr lang="en-US" sz="2600" dirty="0"/>
          </a:p>
        </p:txBody>
      </p:sp>
      <p:grpSp>
        <p:nvGrpSpPr>
          <p:cNvPr id="24" name="Group 23">
            <a:extLst>
              <a:ext uri="{FF2B5EF4-FFF2-40B4-BE49-F238E27FC236}">
                <a16:creationId xmlns:a16="http://schemas.microsoft.com/office/drawing/2014/main" id="{F1BAB32B-DDD8-0BD2-634D-DB15F59F0A15}"/>
              </a:ext>
            </a:extLst>
          </p:cNvPr>
          <p:cNvGrpSpPr/>
          <p:nvPr/>
        </p:nvGrpSpPr>
        <p:grpSpPr>
          <a:xfrm>
            <a:off x="20637802" y="4074973"/>
            <a:ext cx="2188661" cy="3187926"/>
            <a:chOff x="1812880" y="742716"/>
            <a:chExt cx="2151900" cy="3628209"/>
          </a:xfrm>
        </p:grpSpPr>
        <p:grpSp>
          <p:nvGrpSpPr>
            <p:cNvPr id="5" name="Group 4">
              <a:extLst>
                <a:ext uri="{FF2B5EF4-FFF2-40B4-BE49-F238E27FC236}">
                  <a16:creationId xmlns:a16="http://schemas.microsoft.com/office/drawing/2014/main" id="{D1D82867-5F03-6428-78F2-FE6D268FE1AF}"/>
                </a:ext>
              </a:extLst>
            </p:cNvPr>
            <p:cNvGrpSpPr/>
            <p:nvPr/>
          </p:nvGrpSpPr>
          <p:grpSpPr>
            <a:xfrm>
              <a:off x="1812880" y="1645364"/>
              <a:ext cx="2151900" cy="1675886"/>
              <a:chOff x="1812880" y="1645364"/>
              <a:chExt cx="2151900" cy="1675886"/>
            </a:xfrm>
          </p:grpSpPr>
          <p:sp>
            <p:nvSpPr>
              <p:cNvPr id="9" name="Google Shape;140;p15">
                <a:extLst>
                  <a:ext uri="{FF2B5EF4-FFF2-40B4-BE49-F238E27FC236}">
                    <a16:creationId xmlns:a16="http://schemas.microsoft.com/office/drawing/2014/main" id="{452068B8-2945-E64B-24A8-A3ED760A90E4}"/>
                  </a:ext>
                </a:extLst>
              </p:cNvPr>
              <p:cNvSpPr/>
              <p:nvPr/>
            </p:nvSpPr>
            <p:spPr>
              <a:xfrm>
                <a:off x="1822950" y="2017150"/>
                <a:ext cx="2131200" cy="1304100"/>
              </a:xfrm>
              <a:prstGeom prst="rect">
                <a:avLst/>
              </a:prstGeom>
              <a:gradFill>
                <a:gsLst>
                  <a:gs pos="0">
                    <a:srgbClr val="DFEAFB"/>
                  </a:gs>
                  <a:gs pos="100000">
                    <a:srgbClr val="6E9CE7"/>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10" name="Google Shape;141;p15">
                <a:extLst>
                  <a:ext uri="{FF2B5EF4-FFF2-40B4-BE49-F238E27FC236}">
                    <a16:creationId xmlns:a16="http://schemas.microsoft.com/office/drawing/2014/main" id="{F0E5DA78-77BC-5204-3223-00D33B1A0050}"/>
                  </a:ext>
                </a:extLst>
              </p:cNvPr>
              <p:cNvGrpSpPr/>
              <p:nvPr/>
            </p:nvGrpSpPr>
            <p:grpSpPr>
              <a:xfrm>
                <a:off x="1812880" y="1645364"/>
                <a:ext cx="2151900" cy="1675867"/>
                <a:chOff x="1812858" y="2091250"/>
                <a:chExt cx="2151900" cy="1229994"/>
              </a:xfrm>
            </p:grpSpPr>
            <p:cxnSp>
              <p:nvCxnSpPr>
                <p:cNvPr id="11" name="Google Shape;142;p15">
                  <a:extLst>
                    <a:ext uri="{FF2B5EF4-FFF2-40B4-BE49-F238E27FC236}">
                      <a16:creationId xmlns:a16="http://schemas.microsoft.com/office/drawing/2014/main" id="{BBB2FA13-DA0E-874B-4879-5EDFE394F1E5}"/>
                    </a:ext>
                  </a:extLst>
                </p:cNvPr>
                <p:cNvCxnSpPr/>
                <p:nvPr/>
              </p:nvCxnSpPr>
              <p:spPr>
                <a:xfrm>
                  <a:off x="3962816" y="2091250"/>
                  <a:ext cx="1800" cy="1227300"/>
                </a:xfrm>
                <a:prstGeom prst="straightConnector1">
                  <a:avLst/>
                </a:prstGeom>
                <a:noFill/>
                <a:ln w="19050" cap="flat" cmpd="sng">
                  <a:solidFill>
                    <a:schemeClr val="dk2"/>
                  </a:solidFill>
                  <a:prstDash val="solid"/>
                  <a:round/>
                  <a:headEnd type="none" w="med" len="med"/>
                  <a:tailEnd type="none" w="med" len="med"/>
                </a:ln>
              </p:spPr>
            </p:cxnSp>
            <p:cxnSp>
              <p:nvCxnSpPr>
                <p:cNvPr id="12" name="Google Shape;143;p15">
                  <a:extLst>
                    <a:ext uri="{FF2B5EF4-FFF2-40B4-BE49-F238E27FC236}">
                      <a16:creationId xmlns:a16="http://schemas.microsoft.com/office/drawing/2014/main" id="{9517B888-C5C7-D196-9D1B-A18B8E1426C3}"/>
                    </a:ext>
                  </a:extLst>
                </p:cNvPr>
                <p:cNvCxnSpPr/>
                <p:nvPr/>
              </p:nvCxnSpPr>
              <p:spPr>
                <a:xfrm flipH="1">
                  <a:off x="1812858" y="3318544"/>
                  <a:ext cx="2151900" cy="2700"/>
                </a:xfrm>
                <a:prstGeom prst="straightConnector1">
                  <a:avLst/>
                </a:prstGeom>
                <a:noFill/>
                <a:ln w="19050" cap="flat" cmpd="sng">
                  <a:solidFill>
                    <a:schemeClr val="dk2"/>
                  </a:solidFill>
                  <a:prstDash val="solid"/>
                  <a:round/>
                  <a:headEnd type="none" w="med" len="med"/>
                  <a:tailEnd type="none" w="med" len="med"/>
                </a:ln>
              </p:spPr>
            </p:cxnSp>
            <p:cxnSp>
              <p:nvCxnSpPr>
                <p:cNvPr id="13" name="Google Shape;144;p15">
                  <a:extLst>
                    <a:ext uri="{FF2B5EF4-FFF2-40B4-BE49-F238E27FC236}">
                      <a16:creationId xmlns:a16="http://schemas.microsoft.com/office/drawing/2014/main" id="{66DD08A0-EC21-88BA-D32C-660673AB6842}"/>
                    </a:ext>
                  </a:extLst>
                </p:cNvPr>
                <p:cNvCxnSpPr/>
                <p:nvPr/>
              </p:nvCxnSpPr>
              <p:spPr>
                <a:xfrm>
                  <a:off x="1812952" y="2091250"/>
                  <a:ext cx="1800" cy="1227300"/>
                </a:xfrm>
                <a:prstGeom prst="straightConnector1">
                  <a:avLst/>
                </a:prstGeom>
                <a:noFill/>
                <a:ln w="19050" cap="flat" cmpd="sng">
                  <a:solidFill>
                    <a:schemeClr val="dk2"/>
                  </a:solidFill>
                  <a:prstDash val="solid"/>
                  <a:round/>
                  <a:headEnd type="none" w="med" len="med"/>
                  <a:tailEnd type="none" w="med" len="med"/>
                </a:ln>
              </p:spPr>
            </p:cxnSp>
          </p:grpSp>
        </p:grpSp>
        <p:sp>
          <p:nvSpPr>
            <p:cNvPr id="15" name="Google Shape;145;p15">
              <a:extLst>
                <a:ext uri="{FF2B5EF4-FFF2-40B4-BE49-F238E27FC236}">
                  <a16:creationId xmlns:a16="http://schemas.microsoft.com/office/drawing/2014/main" id="{70AF78C0-02F1-25F9-1571-659C5CB22F0B}"/>
                </a:ext>
              </a:extLst>
            </p:cNvPr>
            <p:cNvSpPr/>
            <p:nvPr/>
          </p:nvSpPr>
          <p:spPr>
            <a:xfrm>
              <a:off x="2074650" y="742716"/>
              <a:ext cx="1627800" cy="750600"/>
            </a:xfrm>
            <a:prstGeom prst="roundRect">
              <a:avLst>
                <a:gd name="adj" fmla="val 16667"/>
              </a:avLst>
            </a:prstGeom>
            <a:gradFill>
              <a:gsLst>
                <a:gs pos="0">
                  <a:srgbClr val="7A7A7A"/>
                </a:gs>
                <a:gs pos="100000">
                  <a:srgbClr val="393939"/>
                </a:gs>
              </a:gsLst>
              <a:lin ang="540001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6" name="Google Shape;146;p15">
              <a:extLst>
                <a:ext uri="{FF2B5EF4-FFF2-40B4-BE49-F238E27FC236}">
                  <a16:creationId xmlns:a16="http://schemas.microsoft.com/office/drawing/2014/main" id="{95E6C0FB-BAC9-946F-5A49-AFC07268F473}"/>
                </a:ext>
              </a:extLst>
            </p:cNvPr>
            <p:cNvSpPr/>
            <p:nvPr/>
          </p:nvSpPr>
          <p:spPr>
            <a:xfrm rot="10801577">
              <a:off x="2234700" y="1556750"/>
              <a:ext cx="1307700" cy="832650"/>
            </a:xfrm>
            <a:prstGeom prst="arc">
              <a:avLst>
                <a:gd name="adj1" fmla="val 10729127"/>
                <a:gd name="adj2" fmla="val 21575390"/>
              </a:avLst>
            </a:prstGeom>
            <a:solidFill>
              <a:schemeClr val="lt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 dirty="0"/>
            </a:p>
          </p:txBody>
        </p:sp>
        <p:sp>
          <p:nvSpPr>
            <p:cNvPr id="17" name="Google Shape;147;p15">
              <a:extLst>
                <a:ext uri="{FF2B5EF4-FFF2-40B4-BE49-F238E27FC236}">
                  <a16:creationId xmlns:a16="http://schemas.microsoft.com/office/drawing/2014/main" id="{2ED3D064-967F-A752-F334-5F074D004EBC}"/>
                </a:ext>
              </a:extLst>
            </p:cNvPr>
            <p:cNvSpPr/>
            <p:nvPr/>
          </p:nvSpPr>
          <p:spPr>
            <a:xfrm>
              <a:off x="2074650" y="3620325"/>
              <a:ext cx="1627800" cy="750600"/>
            </a:xfrm>
            <a:prstGeom prst="roundRect">
              <a:avLst>
                <a:gd name="adj" fmla="val 16667"/>
              </a:avLst>
            </a:prstGeom>
            <a:gradFill>
              <a:gsLst>
                <a:gs pos="0">
                  <a:srgbClr val="7A7A7A"/>
                </a:gs>
                <a:gs pos="100000">
                  <a:srgbClr val="393939"/>
                </a:gs>
              </a:gsLst>
              <a:lin ang="540001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cxnSp>
          <p:nvCxnSpPr>
            <p:cNvPr id="19" name="Straight Arrow Connector 18">
              <a:extLst>
                <a:ext uri="{FF2B5EF4-FFF2-40B4-BE49-F238E27FC236}">
                  <a16:creationId xmlns:a16="http://schemas.microsoft.com/office/drawing/2014/main" id="{D4A7E160-7FDA-B39C-FAF6-867C16CCC321}"/>
                </a:ext>
              </a:extLst>
            </p:cNvPr>
            <p:cNvCxnSpPr>
              <a:cxnSpLocks/>
            </p:cNvCxnSpPr>
            <p:nvPr/>
          </p:nvCxnSpPr>
          <p:spPr>
            <a:xfrm flipV="1">
              <a:off x="2877207" y="1973561"/>
              <a:ext cx="0" cy="4227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D74090A-8363-9A4A-D9E4-F024C8246129}"/>
                </a:ext>
              </a:extLst>
            </p:cNvPr>
            <p:cNvCxnSpPr>
              <a:cxnSpLocks/>
            </p:cNvCxnSpPr>
            <p:nvPr/>
          </p:nvCxnSpPr>
          <p:spPr>
            <a:xfrm>
              <a:off x="2877207" y="2389700"/>
              <a:ext cx="0" cy="4232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6DA107C-4392-33E4-1990-AB27654EB87F}"/>
                    </a:ext>
                  </a:extLst>
                </p:cNvPr>
                <p:cNvSpPr txBox="1"/>
                <p:nvPr/>
              </p:nvSpPr>
              <p:spPr>
                <a:xfrm>
                  <a:off x="2427436" y="1670074"/>
                  <a:ext cx="822960"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𝐵</m:t>
                            </m:r>
                          </m:sub>
                        </m:sSub>
                      </m:oMath>
                    </m:oMathPara>
                  </a14:m>
                  <a:endParaRPr lang="en-US" dirty="0"/>
                </a:p>
              </p:txBody>
            </p:sp>
          </mc:Choice>
          <mc:Fallback xmlns="">
            <p:sp>
              <p:nvSpPr>
                <p:cNvPr id="21" name="TextBox 20">
                  <a:extLst>
                    <a:ext uri="{FF2B5EF4-FFF2-40B4-BE49-F238E27FC236}">
                      <a16:creationId xmlns:a16="http://schemas.microsoft.com/office/drawing/2014/main" id="{16DA107C-4392-33E4-1990-AB27654EB87F}"/>
                    </a:ext>
                  </a:extLst>
                </p:cNvPr>
                <p:cNvSpPr txBox="1">
                  <a:spLocks noRot="1" noChangeAspect="1" noMove="1" noResize="1" noEditPoints="1" noAdjustHandles="1" noChangeArrowheads="1" noChangeShapeType="1" noTextEdit="1"/>
                </p:cNvSpPr>
                <p:nvPr/>
              </p:nvSpPr>
              <p:spPr>
                <a:xfrm>
                  <a:off x="2427436" y="1670074"/>
                  <a:ext cx="822960" cy="307777"/>
                </a:xfrm>
                <a:prstGeom prst="rect">
                  <a:avLst/>
                </a:prstGeom>
                <a:blipFill>
                  <a:blip r:embed="rId8"/>
                  <a:stretch>
                    <a:fillRect b="-113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FEAA345-91E4-3584-AD9B-C56F492C1D67}"/>
                    </a:ext>
                  </a:extLst>
                </p:cNvPr>
                <p:cNvSpPr txBox="1"/>
                <p:nvPr/>
              </p:nvSpPr>
              <p:spPr>
                <a:xfrm>
                  <a:off x="2715369" y="2762250"/>
                  <a:ext cx="346361" cy="3252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𝑔</m:t>
                            </m:r>
                          </m:sub>
                        </m:sSub>
                      </m:oMath>
                    </m:oMathPara>
                  </a14:m>
                  <a:endParaRPr lang="en-US" dirty="0"/>
                </a:p>
              </p:txBody>
            </p:sp>
          </mc:Choice>
          <mc:Fallback xmlns="">
            <p:sp>
              <p:nvSpPr>
                <p:cNvPr id="22" name="TextBox 21">
                  <a:extLst>
                    <a:ext uri="{FF2B5EF4-FFF2-40B4-BE49-F238E27FC236}">
                      <a16:creationId xmlns:a16="http://schemas.microsoft.com/office/drawing/2014/main" id="{9FEAA345-91E4-3584-AD9B-C56F492C1D67}"/>
                    </a:ext>
                  </a:extLst>
                </p:cNvPr>
                <p:cNvSpPr txBox="1">
                  <a:spLocks noRot="1" noChangeAspect="1" noMove="1" noResize="1" noEditPoints="1" noAdjustHandles="1" noChangeArrowheads="1" noChangeShapeType="1" noTextEdit="1"/>
                </p:cNvSpPr>
                <p:nvPr/>
              </p:nvSpPr>
              <p:spPr>
                <a:xfrm>
                  <a:off x="2715369" y="2762250"/>
                  <a:ext cx="346361" cy="325282"/>
                </a:xfrm>
                <a:prstGeom prst="rect">
                  <a:avLst/>
                </a:prstGeom>
                <a:blipFill>
                  <a:blip r:embed="rId9"/>
                  <a:stretch>
                    <a:fillRect b="-15217"/>
                  </a:stretch>
                </a:blipFill>
              </p:spPr>
              <p:txBody>
                <a:bodyPr/>
                <a:lstStyle/>
                <a:p>
                  <a:r>
                    <a:rPr lang="en-US">
                      <a:noFill/>
                    </a:rPr>
                    <a:t> </a:t>
                  </a:r>
                </a:p>
              </p:txBody>
            </p:sp>
          </mc:Fallback>
        </mc:AlternateContent>
      </p:grpSp>
      <p:grpSp>
        <p:nvGrpSpPr>
          <p:cNvPr id="134" name="Group 133">
            <a:extLst>
              <a:ext uri="{FF2B5EF4-FFF2-40B4-BE49-F238E27FC236}">
                <a16:creationId xmlns:a16="http://schemas.microsoft.com/office/drawing/2014/main" id="{6D19BC59-9C37-D359-4028-5250BF1857FA}"/>
              </a:ext>
            </a:extLst>
          </p:cNvPr>
          <p:cNvGrpSpPr/>
          <p:nvPr/>
        </p:nvGrpSpPr>
        <p:grpSpPr>
          <a:xfrm>
            <a:off x="24224540" y="8854005"/>
            <a:ext cx="8328903" cy="5632311"/>
            <a:chOff x="24385496" y="9284698"/>
            <a:chExt cx="8328903" cy="5632311"/>
          </a:xfrm>
        </p:grpSpPr>
        <p:sp>
          <p:nvSpPr>
            <p:cNvPr id="50" name="Google Shape;56;p13">
              <a:extLst>
                <a:ext uri="{FF2B5EF4-FFF2-40B4-BE49-F238E27FC236}">
                  <a16:creationId xmlns:a16="http://schemas.microsoft.com/office/drawing/2014/main" id="{A1F098ED-D445-1658-9AB0-4EB6817B45CB}"/>
                </a:ext>
              </a:extLst>
            </p:cNvPr>
            <p:cNvSpPr/>
            <p:nvPr/>
          </p:nvSpPr>
          <p:spPr>
            <a:xfrm>
              <a:off x="27494736" y="12786958"/>
              <a:ext cx="4328189" cy="2083323"/>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51" name="Google Shape;57;p13">
              <a:extLst>
                <a:ext uri="{FF2B5EF4-FFF2-40B4-BE49-F238E27FC236}">
                  <a16:creationId xmlns:a16="http://schemas.microsoft.com/office/drawing/2014/main" id="{C06A127B-9BA9-07F7-A09F-B1F6B810734B}"/>
                </a:ext>
              </a:extLst>
            </p:cNvPr>
            <p:cNvSpPr/>
            <p:nvPr/>
          </p:nvSpPr>
          <p:spPr>
            <a:xfrm>
              <a:off x="28829999" y="11144545"/>
              <a:ext cx="1025782" cy="2502539"/>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52" name="Google Shape;72;p13">
              <a:extLst>
                <a:ext uri="{FF2B5EF4-FFF2-40B4-BE49-F238E27FC236}">
                  <a16:creationId xmlns:a16="http://schemas.microsoft.com/office/drawing/2014/main" id="{6B6F1F06-7DA2-A251-CAFE-1778240C4E58}"/>
                </a:ext>
              </a:extLst>
            </p:cNvPr>
            <p:cNvSpPr/>
            <p:nvPr/>
          </p:nvSpPr>
          <p:spPr>
            <a:xfrm>
              <a:off x="24817749" y="10519072"/>
              <a:ext cx="193238" cy="4179983"/>
            </a:xfrm>
            <a:prstGeom prst="roundRect">
              <a:avLst>
                <a:gd name="adj" fmla="val 16667"/>
              </a:avLst>
            </a:prstGeom>
            <a:gradFill>
              <a:gsLst>
                <a:gs pos="0">
                  <a:srgbClr val="7A7A7A"/>
                </a:gs>
                <a:gs pos="100000">
                  <a:srgbClr val="393939"/>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cxnSp>
          <p:nvCxnSpPr>
            <p:cNvPr id="53" name="Google Shape;73;p13">
              <a:extLst>
                <a:ext uri="{FF2B5EF4-FFF2-40B4-BE49-F238E27FC236}">
                  <a16:creationId xmlns:a16="http://schemas.microsoft.com/office/drawing/2014/main" id="{B82E9D78-15ED-6FDF-423B-FC6C41F9D4D3}"/>
                </a:ext>
              </a:extLst>
            </p:cNvPr>
            <p:cNvCxnSpPr>
              <a:stCxn id="80" idx="3"/>
            </p:cNvCxnSpPr>
            <p:nvPr/>
          </p:nvCxnSpPr>
          <p:spPr>
            <a:xfrm>
              <a:off x="25307976" y="10428507"/>
              <a:ext cx="1610125" cy="6378"/>
            </a:xfrm>
            <a:prstGeom prst="straightConnector1">
              <a:avLst/>
            </a:prstGeom>
            <a:noFill/>
            <a:ln w="19050" cap="flat" cmpd="sng">
              <a:solidFill>
                <a:srgbClr val="FF0000"/>
              </a:solidFill>
              <a:prstDash val="dot"/>
              <a:round/>
              <a:headEnd type="none" w="med" len="med"/>
              <a:tailEnd type="none" w="med" len="med"/>
            </a:ln>
          </p:spPr>
        </p:cxnSp>
        <p:cxnSp>
          <p:nvCxnSpPr>
            <p:cNvPr id="54" name="Google Shape;76;p13">
              <a:extLst>
                <a:ext uri="{FF2B5EF4-FFF2-40B4-BE49-F238E27FC236}">
                  <a16:creationId xmlns:a16="http://schemas.microsoft.com/office/drawing/2014/main" id="{EDE2D160-635E-979F-850E-7FEAE1892D75}"/>
                </a:ext>
              </a:extLst>
            </p:cNvPr>
            <p:cNvCxnSpPr/>
            <p:nvPr/>
          </p:nvCxnSpPr>
          <p:spPr>
            <a:xfrm>
              <a:off x="27724511" y="11979858"/>
              <a:ext cx="2315" cy="808861"/>
            </a:xfrm>
            <a:prstGeom prst="straightConnector1">
              <a:avLst/>
            </a:prstGeom>
            <a:noFill/>
            <a:ln w="19050" cap="flat" cmpd="sng">
              <a:solidFill>
                <a:schemeClr val="dk2"/>
              </a:solidFill>
              <a:prstDash val="solid"/>
              <a:round/>
              <a:headEnd type="none" w="med" len="med"/>
              <a:tailEnd type="none" w="med" len="med"/>
            </a:ln>
          </p:spPr>
        </p:cxnSp>
        <p:cxnSp>
          <p:nvCxnSpPr>
            <p:cNvPr id="55" name="Google Shape;77;p13">
              <a:extLst>
                <a:ext uri="{FF2B5EF4-FFF2-40B4-BE49-F238E27FC236}">
                  <a16:creationId xmlns:a16="http://schemas.microsoft.com/office/drawing/2014/main" id="{8D38380A-F6C2-47A7-4A76-CD65E6B9F6B9}"/>
                </a:ext>
              </a:extLst>
            </p:cNvPr>
            <p:cNvCxnSpPr/>
            <p:nvPr/>
          </p:nvCxnSpPr>
          <p:spPr>
            <a:xfrm>
              <a:off x="31621796" y="12033180"/>
              <a:ext cx="3471" cy="769432"/>
            </a:xfrm>
            <a:prstGeom prst="straightConnector1">
              <a:avLst/>
            </a:prstGeom>
            <a:noFill/>
            <a:ln w="19050" cap="flat" cmpd="sng">
              <a:solidFill>
                <a:schemeClr val="dk2"/>
              </a:solidFill>
              <a:prstDash val="solid"/>
              <a:round/>
              <a:headEnd type="none" w="med" len="med"/>
              <a:tailEnd type="none" w="med" len="med"/>
            </a:ln>
          </p:spPr>
        </p:cxnSp>
        <p:cxnSp>
          <p:nvCxnSpPr>
            <p:cNvPr id="56" name="Google Shape;78;p13">
              <a:extLst>
                <a:ext uri="{FF2B5EF4-FFF2-40B4-BE49-F238E27FC236}">
                  <a16:creationId xmlns:a16="http://schemas.microsoft.com/office/drawing/2014/main" id="{B26200C9-AC39-30EF-61E3-9EC173BED9E1}"/>
                </a:ext>
              </a:extLst>
            </p:cNvPr>
            <p:cNvCxnSpPr/>
            <p:nvPr/>
          </p:nvCxnSpPr>
          <p:spPr>
            <a:xfrm flipH="1">
              <a:off x="27732956" y="12786950"/>
              <a:ext cx="3892535" cy="1740"/>
            </a:xfrm>
            <a:prstGeom prst="straightConnector1">
              <a:avLst/>
            </a:prstGeom>
            <a:noFill/>
            <a:ln w="19050" cap="flat" cmpd="sng">
              <a:solidFill>
                <a:schemeClr val="dk2"/>
              </a:solidFill>
              <a:prstDash val="solid"/>
              <a:round/>
              <a:headEnd type="none" w="med" len="med"/>
              <a:tailEnd type="none" w="med" len="med"/>
            </a:ln>
          </p:spPr>
        </p:cxnSp>
        <p:sp>
          <p:nvSpPr>
            <p:cNvPr id="71" name="Google Shape;79;p13">
              <a:extLst>
                <a:ext uri="{FF2B5EF4-FFF2-40B4-BE49-F238E27FC236}">
                  <a16:creationId xmlns:a16="http://schemas.microsoft.com/office/drawing/2014/main" id="{B189672F-A0CE-63C9-F333-C84AACD15BC8}"/>
                </a:ext>
              </a:extLst>
            </p:cNvPr>
            <p:cNvSpPr/>
            <p:nvPr/>
          </p:nvSpPr>
          <p:spPr>
            <a:xfrm>
              <a:off x="27742503" y="12290722"/>
              <a:ext cx="3863607" cy="478358"/>
            </a:xfrm>
            <a:prstGeom prst="rect">
              <a:avLst/>
            </a:prstGeom>
            <a:gradFill>
              <a:gsLst>
                <a:gs pos="0">
                  <a:srgbClr val="DFEAFB"/>
                </a:gs>
                <a:gs pos="100000">
                  <a:srgbClr val="6E9CE7"/>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cxnSp>
          <p:nvCxnSpPr>
            <p:cNvPr id="76" name="Google Shape;80;p13">
              <a:extLst>
                <a:ext uri="{FF2B5EF4-FFF2-40B4-BE49-F238E27FC236}">
                  <a16:creationId xmlns:a16="http://schemas.microsoft.com/office/drawing/2014/main" id="{4C7917CA-E998-3CFE-EE06-CE7C50D7F9BB}"/>
                </a:ext>
              </a:extLst>
            </p:cNvPr>
            <p:cNvCxnSpPr/>
            <p:nvPr/>
          </p:nvCxnSpPr>
          <p:spPr>
            <a:xfrm>
              <a:off x="31947700" y="9284698"/>
              <a:ext cx="13885" cy="3539853"/>
            </a:xfrm>
            <a:prstGeom prst="straightConnector1">
              <a:avLst/>
            </a:prstGeom>
            <a:noFill/>
            <a:ln w="19050" cap="flat" cmpd="sng">
              <a:solidFill>
                <a:schemeClr val="dk2"/>
              </a:solidFill>
              <a:prstDash val="solid"/>
              <a:round/>
              <a:headEnd type="none" w="med" len="med"/>
              <a:tailEnd type="none" w="med" len="med"/>
            </a:ln>
          </p:spPr>
        </p:cxnSp>
        <p:sp>
          <p:nvSpPr>
            <p:cNvPr id="77" name="Google Shape;81;p13">
              <a:extLst>
                <a:ext uri="{FF2B5EF4-FFF2-40B4-BE49-F238E27FC236}">
                  <a16:creationId xmlns:a16="http://schemas.microsoft.com/office/drawing/2014/main" id="{DDBF7821-2238-51B0-0A3C-37D7B1531EBA}"/>
                </a:ext>
              </a:extLst>
            </p:cNvPr>
            <p:cNvSpPr/>
            <p:nvPr/>
          </p:nvSpPr>
          <p:spPr>
            <a:xfrm>
              <a:off x="24554989" y="10351348"/>
              <a:ext cx="704104" cy="157133"/>
            </a:xfrm>
            <a:prstGeom prst="roundRect">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cxnSp>
          <p:nvCxnSpPr>
            <p:cNvPr id="78" name="Google Shape;82;p13">
              <a:extLst>
                <a:ext uri="{FF2B5EF4-FFF2-40B4-BE49-F238E27FC236}">
                  <a16:creationId xmlns:a16="http://schemas.microsoft.com/office/drawing/2014/main" id="{7C13E74D-E422-4317-B1FB-52E3C442B32C}"/>
                </a:ext>
              </a:extLst>
            </p:cNvPr>
            <p:cNvCxnSpPr/>
            <p:nvPr/>
          </p:nvCxnSpPr>
          <p:spPr>
            <a:xfrm>
              <a:off x="25100419" y="10353337"/>
              <a:ext cx="0" cy="161773"/>
            </a:xfrm>
            <a:prstGeom prst="straightConnector1">
              <a:avLst/>
            </a:prstGeom>
            <a:noFill/>
            <a:ln w="9525" cap="flat" cmpd="sng">
              <a:solidFill>
                <a:schemeClr val="dk2"/>
              </a:solidFill>
              <a:prstDash val="solid"/>
              <a:round/>
              <a:headEnd type="none" w="med" len="med"/>
              <a:tailEnd type="none" w="med" len="med"/>
            </a:ln>
          </p:spPr>
        </p:cxnSp>
        <p:cxnSp>
          <p:nvCxnSpPr>
            <p:cNvPr id="79" name="Google Shape;83;p13">
              <a:extLst>
                <a:ext uri="{FF2B5EF4-FFF2-40B4-BE49-F238E27FC236}">
                  <a16:creationId xmlns:a16="http://schemas.microsoft.com/office/drawing/2014/main" id="{E87BBB40-B37D-2C1E-C02D-24AD237F9CA4}"/>
                </a:ext>
              </a:extLst>
            </p:cNvPr>
            <p:cNvCxnSpPr/>
            <p:nvPr/>
          </p:nvCxnSpPr>
          <p:spPr>
            <a:xfrm>
              <a:off x="25152875" y="10358041"/>
              <a:ext cx="0" cy="149595"/>
            </a:xfrm>
            <a:prstGeom prst="straightConnector1">
              <a:avLst/>
            </a:prstGeom>
            <a:noFill/>
            <a:ln w="9525" cap="flat" cmpd="sng">
              <a:solidFill>
                <a:schemeClr val="dk2"/>
              </a:solidFill>
              <a:prstDash val="solid"/>
              <a:round/>
              <a:headEnd type="none" w="med" len="med"/>
              <a:tailEnd type="none" w="med" len="med"/>
            </a:ln>
          </p:spPr>
        </p:cxnSp>
        <p:sp>
          <p:nvSpPr>
            <p:cNvPr id="80" name="Google Shape;74;p13">
              <a:extLst>
                <a:ext uri="{FF2B5EF4-FFF2-40B4-BE49-F238E27FC236}">
                  <a16:creationId xmlns:a16="http://schemas.microsoft.com/office/drawing/2014/main" id="{E1490C7C-9BA2-2620-5031-4B78F9E2FA3D}"/>
                </a:ext>
              </a:extLst>
            </p:cNvPr>
            <p:cNvSpPr/>
            <p:nvPr/>
          </p:nvSpPr>
          <p:spPr>
            <a:xfrm>
              <a:off x="25262847" y="10414300"/>
              <a:ext cx="45127" cy="28411"/>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81" name="Google Shape;84;p13">
              <a:extLst>
                <a:ext uri="{FF2B5EF4-FFF2-40B4-BE49-F238E27FC236}">
                  <a16:creationId xmlns:a16="http://schemas.microsoft.com/office/drawing/2014/main" id="{ABF8A4E2-19B9-0703-63AF-4B72C0AC4684}"/>
                </a:ext>
              </a:extLst>
            </p:cNvPr>
            <p:cNvSpPr/>
            <p:nvPr/>
          </p:nvSpPr>
          <p:spPr>
            <a:xfrm rot="10800000">
              <a:off x="28832361" y="12071015"/>
              <a:ext cx="1024047" cy="427334"/>
            </a:xfrm>
            <a:prstGeom prst="arc">
              <a:avLst>
                <a:gd name="adj1" fmla="val 10804585"/>
                <a:gd name="adj2" fmla="val 2157539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 dirty="0"/>
            </a:p>
          </p:txBody>
        </p:sp>
        <p:cxnSp>
          <p:nvCxnSpPr>
            <p:cNvPr id="82" name="Google Shape;85;p13">
              <a:extLst>
                <a:ext uri="{FF2B5EF4-FFF2-40B4-BE49-F238E27FC236}">
                  <a16:creationId xmlns:a16="http://schemas.microsoft.com/office/drawing/2014/main" id="{E0BBE249-6454-050D-B87F-C27D1AE0CB4D}"/>
                </a:ext>
              </a:extLst>
            </p:cNvPr>
            <p:cNvCxnSpPr/>
            <p:nvPr/>
          </p:nvCxnSpPr>
          <p:spPr>
            <a:xfrm>
              <a:off x="26918309" y="10435006"/>
              <a:ext cx="2845346" cy="1993451"/>
            </a:xfrm>
            <a:prstGeom prst="straightConnector1">
              <a:avLst/>
            </a:prstGeom>
            <a:noFill/>
            <a:ln w="19050" cap="flat" cmpd="sng">
              <a:solidFill>
                <a:srgbClr val="FF0000"/>
              </a:solidFill>
              <a:prstDash val="dot"/>
              <a:round/>
              <a:headEnd type="none" w="med" len="med"/>
              <a:tailEnd type="none" w="med" len="med"/>
            </a:ln>
          </p:spPr>
        </p:cxnSp>
        <p:cxnSp>
          <p:nvCxnSpPr>
            <p:cNvPr id="83" name="Google Shape;86;p13">
              <a:extLst>
                <a:ext uri="{FF2B5EF4-FFF2-40B4-BE49-F238E27FC236}">
                  <a16:creationId xmlns:a16="http://schemas.microsoft.com/office/drawing/2014/main" id="{812B14BF-6EF2-3E54-3310-79F66371DCDF}"/>
                </a:ext>
              </a:extLst>
            </p:cNvPr>
            <p:cNvCxnSpPr/>
            <p:nvPr/>
          </p:nvCxnSpPr>
          <p:spPr>
            <a:xfrm flipH="1">
              <a:off x="29741708" y="9342053"/>
              <a:ext cx="2193312" cy="3059174"/>
            </a:xfrm>
            <a:prstGeom prst="straightConnector1">
              <a:avLst/>
            </a:prstGeom>
            <a:noFill/>
            <a:ln w="19050" cap="flat" cmpd="sng">
              <a:solidFill>
                <a:srgbClr val="FF0000"/>
              </a:solidFill>
              <a:prstDash val="dot"/>
              <a:round/>
              <a:headEnd type="none" w="med" len="med"/>
              <a:tailEnd type="none" w="med" len="med"/>
            </a:ln>
          </p:spPr>
        </p:cxnSp>
        <p:cxnSp>
          <p:nvCxnSpPr>
            <p:cNvPr id="84" name="Google Shape;88;p13">
              <a:extLst>
                <a:ext uri="{FF2B5EF4-FFF2-40B4-BE49-F238E27FC236}">
                  <a16:creationId xmlns:a16="http://schemas.microsoft.com/office/drawing/2014/main" id="{1EC8C2F1-7373-0148-2852-163479496B63}"/>
                </a:ext>
              </a:extLst>
            </p:cNvPr>
            <p:cNvCxnSpPr/>
            <p:nvPr/>
          </p:nvCxnSpPr>
          <p:spPr>
            <a:xfrm rot="10800000" flipH="1">
              <a:off x="29057275" y="12071064"/>
              <a:ext cx="1763444" cy="620417"/>
            </a:xfrm>
            <a:prstGeom prst="straightConnector1">
              <a:avLst/>
            </a:prstGeom>
            <a:noFill/>
            <a:ln w="9525" cap="flat" cmpd="sng">
              <a:solidFill>
                <a:srgbClr val="434343"/>
              </a:solidFill>
              <a:prstDash val="dash"/>
              <a:round/>
              <a:headEnd type="none" w="med" len="med"/>
              <a:tailEnd type="none" w="med" len="med"/>
            </a:ln>
          </p:spPr>
        </p:cxnSp>
        <p:sp>
          <p:nvSpPr>
            <p:cNvPr id="85" name="Google Shape;89;p13">
              <a:extLst>
                <a:ext uri="{FF2B5EF4-FFF2-40B4-BE49-F238E27FC236}">
                  <a16:creationId xmlns:a16="http://schemas.microsoft.com/office/drawing/2014/main" id="{E5DA4DF1-17C5-96C8-05D4-356CD0196310}"/>
                </a:ext>
              </a:extLst>
            </p:cNvPr>
            <p:cNvSpPr/>
            <p:nvPr/>
          </p:nvSpPr>
          <p:spPr>
            <a:xfrm>
              <a:off x="28935055" y="11298152"/>
              <a:ext cx="815767" cy="409939"/>
            </a:xfrm>
            <a:prstGeom prst="roundRect">
              <a:avLst>
                <a:gd name="adj" fmla="val 16667"/>
              </a:avLst>
            </a:prstGeom>
            <a:gradFill>
              <a:gsLst>
                <a:gs pos="0">
                  <a:srgbClr val="7A7A7A"/>
                </a:gs>
                <a:gs pos="100000">
                  <a:srgbClr val="393939"/>
                </a:gs>
              </a:gsLst>
              <a:lin ang="540001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95" name="Google Shape;90;p13">
              <a:extLst>
                <a:ext uri="{FF2B5EF4-FFF2-40B4-BE49-F238E27FC236}">
                  <a16:creationId xmlns:a16="http://schemas.microsoft.com/office/drawing/2014/main" id="{22EB4F40-1D71-A418-64C6-19EBF1215276}"/>
                </a:ext>
              </a:extLst>
            </p:cNvPr>
            <p:cNvSpPr/>
            <p:nvPr/>
          </p:nvSpPr>
          <p:spPr>
            <a:xfrm>
              <a:off x="28935006" y="13151573"/>
              <a:ext cx="815767" cy="409939"/>
            </a:xfrm>
            <a:prstGeom prst="roundRect">
              <a:avLst>
                <a:gd name="adj" fmla="val 16667"/>
              </a:avLst>
            </a:prstGeom>
            <a:gradFill>
              <a:gsLst>
                <a:gs pos="0">
                  <a:srgbClr val="7A7A7A"/>
                </a:gs>
                <a:gs pos="100000">
                  <a:srgbClr val="393939"/>
                </a:gs>
              </a:gsLst>
              <a:lin ang="540001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96" name="Google Shape;91;p13">
              <a:extLst>
                <a:ext uri="{FF2B5EF4-FFF2-40B4-BE49-F238E27FC236}">
                  <a16:creationId xmlns:a16="http://schemas.microsoft.com/office/drawing/2014/main" id="{B6437A2D-43A2-E035-801E-D52EB32B22D4}"/>
                </a:ext>
              </a:extLst>
            </p:cNvPr>
            <p:cNvSpPr/>
            <p:nvPr/>
          </p:nvSpPr>
          <p:spPr>
            <a:xfrm>
              <a:off x="27742599" y="13647085"/>
              <a:ext cx="3863607" cy="808861"/>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000" b="1" dirty="0">
                  <a:latin typeface="Helvetica Neue"/>
                  <a:ea typeface="Helvetica Neue"/>
                  <a:cs typeface="Helvetica Neue"/>
                  <a:sym typeface="Helvetica Neue"/>
                </a:rPr>
                <a:t>Linear Translation Stage</a:t>
              </a:r>
              <a:endParaRPr sz="2000" b="1" dirty="0">
                <a:latin typeface="Helvetica Neue"/>
                <a:ea typeface="Helvetica Neue"/>
                <a:cs typeface="Helvetica Neue"/>
                <a:sym typeface="Helvetica Neue"/>
              </a:endParaRPr>
            </a:p>
          </p:txBody>
        </p:sp>
        <p:cxnSp>
          <p:nvCxnSpPr>
            <p:cNvPr id="97" name="Google Shape;92;p13">
              <a:extLst>
                <a:ext uri="{FF2B5EF4-FFF2-40B4-BE49-F238E27FC236}">
                  <a16:creationId xmlns:a16="http://schemas.microsoft.com/office/drawing/2014/main" id="{50D96636-FC27-E53A-0B71-8D66925ACE7F}"/>
                </a:ext>
              </a:extLst>
            </p:cNvPr>
            <p:cNvCxnSpPr/>
            <p:nvPr/>
          </p:nvCxnSpPr>
          <p:spPr>
            <a:xfrm>
              <a:off x="27742599" y="13825190"/>
              <a:ext cx="3863607" cy="0"/>
            </a:xfrm>
            <a:prstGeom prst="straightConnector1">
              <a:avLst/>
            </a:prstGeom>
            <a:noFill/>
            <a:ln w="9525" cap="flat" cmpd="sng">
              <a:solidFill>
                <a:schemeClr val="dk2"/>
              </a:solidFill>
              <a:prstDash val="solid"/>
              <a:round/>
              <a:headEnd type="triangle" w="med" len="med"/>
              <a:tailEnd type="triangle" w="med" len="med"/>
            </a:ln>
          </p:spPr>
        </p:cxnSp>
        <p:sp>
          <p:nvSpPr>
            <p:cNvPr id="98" name="Google Shape;93;p13">
              <a:extLst>
                <a:ext uri="{FF2B5EF4-FFF2-40B4-BE49-F238E27FC236}">
                  <a16:creationId xmlns:a16="http://schemas.microsoft.com/office/drawing/2014/main" id="{AA0E3172-C731-DB1F-3956-6F9CA1D2904C}"/>
                </a:ext>
              </a:extLst>
            </p:cNvPr>
            <p:cNvSpPr/>
            <p:nvPr/>
          </p:nvSpPr>
          <p:spPr>
            <a:xfrm>
              <a:off x="29751496" y="12079712"/>
              <a:ext cx="446647" cy="409939"/>
            </a:xfrm>
            <a:prstGeom prst="arc">
              <a:avLst>
                <a:gd name="adj1" fmla="val 16200000"/>
                <a:gd name="adj2" fmla="val 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99" name="Google Shape;96;p13">
              <a:extLst>
                <a:ext uri="{FF2B5EF4-FFF2-40B4-BE49-F238E27FC236}">
                  <a16:creationId xmlns:a16="http://schemas.microsoft.com/office/drawing/2014/main" id="{889CD5FE-DBBC-5C4E-E73E-72E8418C8ED5}"/>
                </a:ext>
              </a:extLst>
            </p:cNvPr>
            <p:cNvSpPr txBox="1"/>
            <p:nvPr/>
          </p:nvSpPr>
          <p:spPr>
            <a:xfrm rot="20347933">
              <a:off x="30114940" y="11639440"/>
              <a:ext cx="1188438" cy="49241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000" b="1" dirty="0">
                  <a:solidFill>
                    <a:schemeClr val="dk2"/>
                  </a:solidFill>
                  <a:latin typeface="Helvetica Neue"/>
                  <a:ea typeface="Helvetica Neue"/>
                  <a:cs typeface="Helvetica Neue"/>
                  <a:sym typeface="Helvetica Neue"/>
                </a:rPr>
                <a:t>θ+ Δθ</a:t>
              </a:r>
              <a:endParaRPr sz="2000" b="1" dirty="0">
                <a:solidFill>
                  <a:schemeClr val="dk2"/>
                </a:solidFill>
                <a:latin typeface="Helvetica Neue"/>
                <a:ea typeface="Helvetica Neue"/>
                <a:cs typeface="Helvetica Neue"/>
                <a:sym typeface="Helvetica Neue"/>
              </a:endParaRPr>
            </a:p>
          </p:txBody>
        </p:sp>
        <p:sp>
          <p:nvSpPr>
            <p:cNvPr id="100" name="Google Shape;97;p13">
              <a:extLst>
                <a:ext uri="{FF2B5EF4-FFF2-40B4-BE49-F238E27FC236}">
                  <a16:creationId xmlns:a16="http://schemas.microsoft.com/office/drawing/2014/main" id="{0DD260CF-AAA0-5D82-271D-15AF75220BA4}"/>
                </a:ext>
              </a:extLst>
            </p:cNvPr>
            <p:cNvSpPr txBox="1"/>
            <p:nvPr/>
          </p:nvSpPr>
          <p:spPr>
            <a:xfrm>
              <a:off x="30364570" y="12068039"/>
              <a:ext cx="897921" cy="49241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000" b="1" dirty="0">
                  <a:solidFill>
                    <a:schemeClr val="dk2"/>
                  </a:solidFill>
                  <a:latin typeface="Helvetica Neue"/>
                  <a:ea typeface="Helvetica Neue"/>
                  <a:cs typeface="Helvetica Neue"/>
                  <a:sym typeface="Helvetica Neue"/>
                </a:rPr>
                <a:t>Δθ</a:t>
              </a:r>
              <a:endParaRPr sz="2000" b="1" dirty="0">
                <a:solidFill>
                  <a:schemeClr val="dk2"/>
                </a:solidFill>
                <a:latin typeface="Helvetica Neue"/>
                <a:ea typeface="Helvetica Neue"/>
                <a:cs typeface="Helvetica Neue"/>
                <a:sym typeface="Helvetica Neue"/>
              </a:endParaRPr>
            </a:p>
          </p:txBody>
        </p:sp>
        <p:cxnSp>
          <p:nvCxnSpPr>
            <p:cNvPr id="101" name="Google Shape;98;p13">
              <a:extLst>
                <a:ext uri="{FF2B5EF4-FFF2-40B4-BE49-F238E27FC236}">
                  <a16:creationId xmlns:a16="http://schemas.microsoft.com/office/drawing/2014/main" id="{D5C9CA47-FEFD-B297-F32C-4E730388364B}"/>
                </a:ext>
              </a:extLst>
            </p:cNvPr>
            <p:cNvCxnSpPr/>
            <p:nvPr/>
          </p:nvCxnSpPr>
          <p:spPr>
            <a:xfrm>
              <a:off x="29019572" y="12446020"/>
              <a:ext cx="2193891" cy="11597"/>
            </a:xfrm>
            <a:prstGeom prst="straightConnector1">
              <a:avLst/>
            </a:prstGeom>
            <a:noFill/>
            <a:ln w="9525" cap="flat" cmpd="sng">
              <a:solidFill>
                <a:srgbClr val="434343"/>
              </a:solidFill>
              <a:prstDash val="dot"/>
              <a:round/>
              <a:headEnd type="none" w="med" len="med"/>
              <a:tailEnd type="none" w="med" len="med"/>
            </a:ln>
          </p:spPr>
        </p:cxnSp>
        <p:cxnSp>
          <p:nvCxnSpPr>
            <p:cNvPr id="102" name="Google Shape;104;p13">
              <a:extLst>
                <a:ext uri="{FF2B5EF4-FFF2-40B4-BE49-F238E27FC236}">
                  <a16:creationId xmlns:a16="http://schemas.microsoft.com/office/drawing/2014/main" id="{5CBD5417-3682-4029-8A5D-426AB9B86156}"/>
                </a:ext>
              </a:extLst>
            </p:cNvPr>
            <p:cNvCxnSpPr/>
            <p:nvPr/>
          </p:nvCxnSpPr>
          <p:spPr>
            <a:xfrm rot="10800000" flipH="1">
              <a:off x="32066884" y="9342053"/>
              <a:ext cx="1157" cy="634912"/>
            </a:xfrm>
            <a:prstGeom prst="straightConnector1">
              <a:avLst/>
            </a:prstGeom>
            <a:noFill/>
            <a:ln w="9525" cap="flat" cmpd="sng">
              <a:solidFill>
                <a:schemeClr val="dk2"/>
              </a:solidFill>
              <a:prstDash val="solid"/>
              <a:round/>
              <a:headEnd type="triangle" w="med" len="med"/>
              <a:tailEnd type="triangle" w="med" len="med"/>
            </a:ln>
          </p:spPr>
        </p:cxnSp>
        <p:sp>
          <p:nvSpPr>
            <p:cNvPr id="103" name="Google Shape;105;p13">
              <a:extLst>
                <a:ext uri="{FF2B5EF4-FFF2-40B4-BE49-F238E27FC236}">
                  <a16:creationId xmlns:a16="http://schemas.microsoft.com/office/drawing/2014/main" id="{A2BE5E63-41C6-E057-2540-78FC40DC88AD}"/>
                </a:ext>
              </a:extLst>
            </p:cNvPr>
            <p:cNvSpPr txBox="1"/>
            <p:nvPr/>
          </p:nvSpPr>
          <p:spPr>
            <a:xfrm>
              <a:off x="32010295" y="9335841"/>
              <a:ext cx="704104" cy="553968"/>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r>
                <a:rPr lang="en-GB" sz="2000" b="1" dirty="0">
                  <a:solidFill>
                    <a:schemeClr val="dk2"/>
                  </a:solidFill>
                  <a:latin typeface="Helvetica Neue"/>
                  <a:ea typeface="Helvetica Neue"/>
                  <a:cs typeface="Helvetica Neue"/>
                  <a:sym typeface="Helvetica Neue"/>
                </a:rPr>
                <a:t>Δy</a:t>
              </a:r>
              <a:endParaRPr sz="2000" b="1" dirty="0">
                <a:solidFill>
                  <a:schemeClr val="dk2"/>
                </a:solidFill>
                <a:latin typeface="Helvetica Neue"/>
                <a:ea typeface="Helvetica Neue"/>
                <a:cs typeface="Helvetica Neue"/>
                <a:sym typeface="Helvetica Neue"/>
              </a:endParaRPr>
            </a:p>
          </p:txBody>
        </p:sp>
        <p:cxnSp>
          <p:nvCxnSpPr>
            <p:cNvPr id="104" name="Google Shape;106;p13">
              <a:extLst>
                <a:ext uri="{FF2B5EF4-FFF2-40B4-BE49-F238E27FC236}">
                  <a16:creationId xmlns:a16="http://schemas.microsoft.com/office/drawing/2014/main" id="{A4126834-C2C1-6D31-D6BF-0D36E6542BFB}"/>
                </a:ext>
              </a:extLst>
            </p:cNvPr>
            <p:cNvCxnSpPr>
              <a:cxnSpLocks/>
            </p:cNvCxnSpPr>
            <p:nvPr/>
          </p:nvCxnSpPr>
          <p:spPr>
            <a:xfrm flipV="1">
              <a:off x="32059642" y="9976965"/>
              <a:ext cx="5191" cy="2201761"/>
            </a:xfrm>
            <a:prstGeom prst="straightConnector1">
              <a:avLst/>
            </a:prstGeom>
            <a:noFill/>
            <a:ln w="9525" cap="flat" cmpd="sng">
              <a:solidFill>
                <a:schemeClr val="dk2"/>
              </a:solidFill>
              <a:prstDash val="solid"/>
              <a:round/>
              <a:headEnd type="triangle" w="med" len="med"/>
              <a:tailEnd type="triangle" w="med" len="med"/>
            </a:ln>
          </p:spPr>
        </p:cxnSp>
        <p:sp>
          <p:nvSpPr>
            <p:cNvPr id="105" name="Google Shape;107;p13">
              <a:extLst>
                <a:ext uri="{FF2B5EF4-FFF2-40B4-BE49-F238E27FC236}">
                  <a16:creationId xmlns:a16="http://schemas.microsoft.com/office/drawing/2014/main" id="{B0FEE101-D046-14CE-1DD3-9F5537309C2C}"/>
                </a:ext>
              </a:extLst>
            </p:cNvPr>
            <p:cNvSpPr txBox="1"/>
            <p:nvPr/>
          </p:nvSpPr>
          <p:spPr>
            <a:xfrm>
              <a:off x="32086360" y="10884422"/>
              <a:ext cx="446647" cy="49241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000" b="1" dirty="0">
                  <a:solidFill>
                    <a:schemeClr val="dk2"/>
                  </a:solidFill>
                  <a:latin typeface="Helvetica Neue"/>
                  <a:ea typeface="Helvetica Neue"/>
                  <a:cs typeface="Helvetica Neue"/>
                  <a:sym typeface="Helvetica Neue"/>
                </a:rPr>
                <a:t>y</a:t>
              </a:r>
              <a:endParaRPr sz="2000" b="1" dirty="0">
                <a:solidFill>
                  <a:schemeClr val="dk2"/>
                </a:solidFill>
                <a:latin typeface="Helvetica Neue"/>
                <a:ea typeface="Helvetica Neue"/>
                <a:cs typeface="Helvetica Neue"/>
                <a:sym typeface="Helvetica Neue"/>
              </a:endParaRPr>
            </a:p>
          </p:txBody>
        </p:sp>
        <p:sp>
          <p:nvSpPr>
            <p:cNvPr id="106" name="Google Shape;108;p13">
              <a:extLst>
                <a:ext uri="{FF2B5EF4-FFF2-40B4-BE49-F238E27FC236}">
                  <a16:creationId xmlns:a16="http://schemas.microsoft.com/office/drawing/2014/main" id="{54EB4612-4837-4F4D-CD00-8652557E9C95}"/>
                </a:ext>
              </a:extLst>
            </p:cNvPr>
            <p:cNvSpPr/>
            <p:nvPr/>
          </p:nvSpPr>
          <p:spPr>
            <a:xfrm rot="815570">
              <a:off x="26022465" y="10327504"/>
              <a:ext cx="1885687" cy="109133"/>
            </a:xfrm>
            <a:prstGeom prst="rect">
              <a:avLst/>
            </a:prstGeom>
            <a:gradFill>
              <a:gsLst>
                <a:gs pos="0">
                  <a:srgbClr val="F2F2F2"/>
                </a:gs>
                <a:gs pos="100000">
                  <a:srgbClr val="A6A6A6"/>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07" name="Google Shape;109;p13">
              <a:extLst>
                <a:ext uri="{FF2B5EF4-FFF2-40B4-BE49-F238E27FC236}">
                  <a16:creationId xmlns:a16="http://schemas.microsoft.com/office/drawing/2014/main" id="{52A81357-DC0D-6B9B-67BF-2089CDD3CF2F}"/>
                </a:ext>
              </a:extLst>
            </p:cNvPr>
            <p:cNvSpPr/>
            <p:nvPr/>
          </p:nvSpPr>
          <p:spPr>
            <a:xfrm>
              <a:off x="27198659" y="14721362"/>
              <a:ext cx="4832112" cy="195647"/>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08" name="Google Shape;111;p13">
              <a:extLst>
                <a:ext uri="{FF2B5EF4-FFF2-40B4-BE49-F238E27FC236}">
                  <a16:creationId xmlns:a16="http://schemas.microsoft.com/office/drawing/2014/main" id="{8FE96C0F-4A69-2183-4B5B-01B21A9DC22D}"/>
                </a:ext>
              </a:extLst>
            </p:cNvPr>
            <p:cNvSpPr/>
            <p:nvPr/>
          </p:nvSpPr>
          <p:spPr>
            <a:xfrm>
              <a:off x="24554989" y="14709621"/>
              <a:ext cx="7649109" cy="28411"/>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09" name="Google Shape;114;p13">
              <a:extLst>
                <a:ext uri="{FF2B5EF4-FFF2-40B4-BE49-F238E27FC236}">
                  <a16:creationId xmlns:a16="http://schemas.microsoft.com/office/drawing/2014/main" id="{E82568E0-6112-F23E-5F3E-7F68B9371A4E}"/>
                </a:ext>
              </a:extLst>
            </p:cNvPr>
            <p:cNvSpPr txBox="1"/>
            <p:nvPr/>
          </p:nvSpPr>
          <p:spPr>
            <a:xfrm>
              <a:off x="28614243" y="12319901"/>
              <a:ext cx="897921" cy="53857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2000" b="1" dirty="0">
                  <a:solidFill>
                    <a:schemeClr val="dk2"/>
                  </a:solidFill>
                  <a:latin typeface="Helvetica Neue"/>
                  <a:ea typeface="Helvetica Neue"/>
                  <a:cs typeface="Helvetica Neue"/>
                  <a:sym typeface="Helvetica Neue"/>
                </a:rPr>
                <a:t>Δθ</a:t>
              </a:r>
              <a:endParaRPr sz="2000" b="1" dirty="0">
                <a:solidFill>
                  <a:schemeClr val="dk2"/>
                </a:solidFill>
                <a:latin typeface="Helvetica Neue"/>
                <a:ea typeface="Helvetica Neue"/>
                <a:cs typeface="Helvetica Neue"/>
                <a:sym typeface="Helvetica Neue"/>
              </a:endParaRPr>
            </a:p>
          </p:txBody>
        </p:sp>
        <p:sp>
          <p:nvSpPr>
            <p:cNvPr id="111" name="Google Shape;115;p13">
              <a:extLst>
                <a:ext uri="{FF2B5EF4-FFF2-40B4-BE49-F238E27FC236}">
                  <a16:creationId xmlns:a16="http://schemas.microsoft.com/office/drawing/2014/main" id="{196A1CF8-BD5C-BD2E-D749-20516C4A0627}"/>
                </a:ext>
              </a:extLst>
            </p:cNvPr>
            <p:cNvSpPr/>
            <p:nvPr/>
          </p:nvSpPr>
          <p:spPr>
            <a:xfrm rot="10800000">
              <a:off x="29141118" y="12321792"/>
              <a:ext cx="230266" cy="304990"/>
            </a:xfrm>
            <a:prstGeom prst="arc">
              <a:avLst>
                <a:gd name="adj1" fmla="val 17357794"/>
                <a:gd name="adj2" fmla="val 66059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12" name="Google Shape;118;p13">
              <a:extLst>
                <a:ext uri="{FF2B5EF4-FFF2-40B4-BE49-F238E27FC236}">
                  <a16:creationId xmlns:a16="http://schemas.microsoft.com/office/drawing/2014/main" id="{D52A667F-BD02-4EEB-BB81-6BB795746D36}"/>
                </a:ext>
              </a:extLst>
            </p:cNvPr>
            <p:cNvSpPr/>
            <p:nvPr/>
          </p:nvSpPr>
          <p:spPr>
            <a:xfrm rot="810752">
              <a:off x="30042709" y="12243449"/>
              <a:ext cx="230275" cy="304754"/>
            </a:xfrm>
            <a:prstGeom prst="arc">
              <a:avLst>
                <a:gd name="adj1" fmla="val 17357794"/>
                <a:gd name="adj2" fmla="val 66059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13" name="Google Shape;119;p13">
              <a:extLst>
                <a:ext uri="{FF2B5EF4-FFF2-40B4-BE49-F238E27FC236}">
                  <a16:creationId xmlns:a16="http://schemas.microsoft.com/office/drawing/2014/main" id="{0B1AA568-5EFE-AEFC-2F2C-D7C98E68566F}"/>
                </a:ext>
              </a:extLst>
            </p:cNvPr>
            <p:cNvSpPr txBox="1"/>
            <p:nvPr/>
          </p:nvSpPr>
          <p:spPr>
            <a:xfrm>
              <a:off x="28537827" y="10274272"/>
              <a:ext cx="1610125" cy="80018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2000" b="1" dirty="0">
                  <a:solidFill>
                    <a:schemeClr val="dk1"/>
                  </a:solidFill>
                  <a:latin typeface="Helvetica Neue"/>
                  <a:ea typeface="Helvetica Neue"/>
                  <a:cs typeface="Helvetica Neue"/>
                  <a:sym typeface="Helvetica Neue"/>
                </a:rPr>
                <a:t>PASCO magnet</a:t>
              </a:r>
              <a:endParaRPr sz="2000" b="1" dirty="0">
                <a:solidFill>
                  <a:schemeClr val="dk1"/>
                </a:solidFill>
                <a:latin typeface="Helvetica Neue"/>
                <a:ea typeface="Helvetica Neue"/>
                <a:cs typeface="Helvetica Neue"/>
                <a:sym typeface="Helvetica Neue"/>
              </a:endParaRPr>
            </a:p>
          </p:txBody>
        </p:sp>
        <p:sp>
          <p:nvSpPr>
            <p:cNvPr id="114" name="Google Shape;120;p13">
              <a:extLst>
                <a:ext uri="{FF2B5EF4-FFF2-40B4-BE49-F238E27FC236}">
                  <a16:creationId xmlns:a16="http://schemas.microsoft.com/office/drawing/2014/main" id="{D05EFF69-8D9C-3E16-E63F-2D07798FBF7A}"/>
                </a:ext>
              </a:extLst>
            </p:cNvPr>
            <p:cNvSpPr txBox="1"/>
            <p:nvPr/>
          </p:nvSpPr>
          <p:spPr>
            <a:xfrm>
              <a:off x="24385496" y="9824277"/>
              <a:ext cx="1264727" cy="49241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000" b="1" dirty="0">
                  <a:solidFill>
                    <a:schemeClr val="dk1"/>
                  </a:solidFill>
                  <a:latin typeface="Helvetica Neue"/>
                  <a:ea typeface="Helvetica Neue"/>
                  <a:cs typeface="Helvetica Neue"/>
                  <a:sym typeface="Helvetica Neue"/>
                </a:rPr>
                <a:t>Laser</a:t>
              </a:r>
              <a:endParaRPr sz="2000" b="1" dirty="0">
                <a:solidFill>
                  <a:schemeClr val="dk1"/>
                </a:solidFill>
                <a:latin typeface="Helvetica Neue"/>
                <a:ea typeface="Helvetica Neue"/>
                <a:cs typeface="Helvetica Neue"/>
                <a:sym typeface="Helvetica Neue"/>
              </a:endParaRPr>
            </a:p>
          </p:txBody>
        </p:sp>
        <p:sp>
          <p:nvSpPr>
            <p:cNvPr id="115" name="Google Shape;123;p13">
              <a:extLst>
                <a:ext uri="{FF2B5EF4-FFF2-40B4-BE49-F238E27FC236}">
                  <a16:creationId xmlns:a16="http://schemas.microsoft.com/office/drawing/2014/main" id="{84E0FA4F-1C91-B52C-6B14-D94B39176A0C}"/>
                </a:ext>
              </a:extLst>
            </p:cNvPr>
            <p:cNvSpPr txBox="1"/>
            <p:nvPr/>
          </p:nvSpPr>
          <p:spPr>
            <a:xfrm>
              <a:off x="26152430" y="11920205"/>
              <a:ext cx="1610125" cy="80018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2000" b="1" dirty="0">
                  <a:solidFill>
                    <a:schemeClr val="dk1"/>
                  </a:solidFill>
                  <a:latin typeface="Helvetica Neue"/>
                  <a:ea typeface="Helvetica Neue"/>
                  <a:cs typeface="Helvetica Neue"/>
                  <a:sym typeface="Helvetica Neue"/>
                </a:rPr>
                <a:t>Liquid Container</a:t>
              </a:r>
              <a:endParaRPr sz="2000" b="1" dirty="0">
                <a:solidFill>
                  <a:schemeClr val="dk1"/>
                </a:solidFill>
                <a:latin typeface="Helvetica Neue"/>
                <a:ea typeface="Helvetica Neue"/>
                <a:cs typeface="Helvetica Neue"/>
                <a:sym typeface="Helvetica Neue"/>
              </a:endParaRPr>
            </a:p>
          </p:txBody>
        </p:sp>
      </p:grpSp>
      <p:grpSp>
        <p:nvGrpSpPr>
          <p:cNvPr id="133" name="Group 132">
            <a:extLst>
              <a:ext uri="{FF2B5EF4-FFF2-40B4-BE49-F238E27FC236}">
                <a16:creationId xmlns:a16="http://schemas.microsoft.com/office/drawing/2014/main" id="{915D0E38-0404-5BDA-EF60-97CB500D1914}"/>
              </a:ext>
            </a:extLst>
          </p:cNvPr>
          <p:cNvGrpSpPr/>
          <p:nvPr/>
        </p:nvGrpSpPr>
        <p:grpSpPr>
          <a:xfrm>
            <a:off x="18994096" y="7407566"/>
            <a:ext cx="4815470" cy="2909162"/>
            <a:chOff x="18978411" y="7439481"/>
            <a:chExt cx="4815470" cy="2909162"/>
          </a:xfrm>
        </p:grpSpPr>
        <p:grpSp>
          <p:nvGrpSpPr>
            <p:cNvPr id="126" name="Group 125">
              <a:extLst>
                <a:ext uri="{FF2B5EF4-FFF2-40B4-BE49-F238E27FC236}">
                  <a16:creationId xmlns:a16="http://schemas.microsoft.com/office/drawing/2014/main" id="{AE762D2E-5EFA-9EC5-3A2D-DF62CFCEBF2A}"/>
                </a:ext>
              </a:extLst>
            </p:cNvPr>
            <p:cNvGrpSpPr/>
            <p:nvPr/>
          </p:nvGrpSpPr>
          <p:grpSpPr>
            <a:xfrm>
              <a:off x="18978411" y="7439481"/>
              <a:ext cx="4788470" cy="2909162"/>
              <a:chOff x="18978411" y="7439481"/>
              <a:chExt cx="4788470" cy="2909162"/>
            </a:xfrm>
          </p:grpSpPr>
          <p:cxnSp>
            <p:nvCxnSpPr>
              <p:cNvPr id="38" name="Google Shape;85;p13">
                <a:extLst>
                  <a:ext uri="{FF2B5EF4-FFF2-40B4-BE49-F238E27FC236}">
                    <a16:creationId xmlns:a16="http://schemas.microsoft.com/office/drawing/2014/main" id="{F02F5A3F-81DE-D1A0-AD57-CD2AFF318078}"/>
                  </a:ext>
                </a:extLst>
              </p:cNvPr>
              <p:cNvCxnSpPr>
                <a:cxnSpLocks/>
                <a:stCxn id="48" idx="3"/>
                <a:endCxn id="30" idx="0"/>
              </p:cNvCxnSpPr>
              <p:nvPr/>
            </p:nvCxnSpPr>
            <p:spPr>
              <a:xfrm>
                <a:off x="19451159" y="9057390"/>
                <a:ext cx="1240409" cy="459411"/>
              </a:xfrm>
              <a:prstGeom prst="straightConnector1">
                <a:avLst/>
              </a:prstGeom>
              <a:noFill/>
              <a:ln w="19050" cap="flat" cmpd="sng">
                <a:solidFill>
                  <a:srgbClr val="FF0000"/>
                </a:solidFill>
                <a:prstDash val="solid"/>
                <a:round/>
                <a:headEnd type="none" w="med" len="med"/>
                <a:tailEnd type="none" w="med" len="med"/>
              </a:ln>
            </p:spPr>
          </p:cxnSp>
          <p:sp>
            <p:nvSpPr>
              <p:cNvPr id="30" name="Google Shape;79;p13">
                <a:extLst>
                  <a:ext uri="{FF2B5EF4-FFF2-40B4-BE49-F238E27FC236}">
                    <a16:creationId xmlns:a16="http://schemas.microsoft.com/office/drawing/2014/main" id="{EEB54899-7B90-D862-8434-F8D3B2EA022F}"/>
                  </a:ext>
                </a:extLst>
              </p:cNvPr>
              <p:cNvSpPr/>
              <p:nvPr/>
            </p:nvSpPr>
            <p:spPr>
              <a:xfrm>
                <a:off x="19461116" y="9516801"/>
                <a:ext cx="2460903" cy="319171"/>
              </a:xfrm>
              <a:prstGeom prst="rect">
                <a:avLst/>
              </a:prstGeom>
              <a:gradFill>
                <a:gsLst>
                  <a:gs pos="0">
                    <a:srgbClr val="DFEAFB"/>
                  </a:gs>
                  <a:gs pos="100000">
                    <a:srgbClr val="6E9CE7"/>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31" name="Google Shape;72;p13">
                <a:extLst>
                  <a:ext uri="{FF2B5EF4-FFF2-40B4-BE49-F238E27FC236}">
                    <a16:creationId xmlns:a16="http://schemas.microsoft.com/office/drawing/2014/main" id="{8E8B0C84-F0F0-5E8A-6B39-4EB4CBE9DDDA}"/>
                  </a:ext>
                </a:extLst>
              </p:cNvPr>
              <p:cNvSpPr/>
              <p:nvPr/>
            </p:nvSpPr>
            <p:spPr>
              <a:xfrm rot="5400000">
                <a:off x="20601760" y="8695327"/>
                <a:ext cx="179613" cy="2460904"/>
              </a:xfrm>
              <a:prstGeom prst="roundRect">
                <a:avLst>
                  <a:gd name="adj" fmla="val 16667"/>
                </a:avLst>
              </a:prstGeom>
              <a:gradFill>
                <a:gsLst>
                  <a:gs pos="0">
                    <a:srgbClr val="7A7A7A"/>
                  </a:gs>
                  <a:gs pos="100000">
                    <a:srgbClr val="393939"/>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cxnSp>
            <p:nvCxnSpPr>
              <p:cNvPr id="32" name="Google Shape;76;p13">
                <a:extLst>
                  <a:ext uri="{FF2B5EF4-FFF2-40B4-BE49-F238E27FC236}">
                    <a16:creationId xmlns:a16="http://schemas.microsoft.com/office/drawing/2014/main" id="{EEBFE4DD-940F-4E17-65C9-07B82376106B}"/>
                  </a:ext>
                </a:extLst>
              </p:cNvPr>
              <p:cNvCxnSpPr>
                <a:cxnSpLocks/>
              </p:cNvCxnSpPr>
              <p:nvPr/>
            </p:nvCxnSpPr>
            <p:spPr>
              <a:xfrm>
                <a:off x="19460377" y="9475898"/>
                <a:ext cx="1474" cy="539689"/>
              </a:xfrm>
              <a:prstGeom prst="straightConnector1">
                <a:avLst/>
              </a:prstGeom>
              <a:noFill/>
              <a:ln w="19050" cap="flat" cmpd="sng">
                <a:solidFill>
                  <a:schemeClr val="dk2"/>
                </a:solidFill>
                <a:prstDash val="solid"/>
                <a:round/>
                <a:headEnd type="none" w="med" len="med"/>
                <a:tailEnd type="none" w="med" len="med"/>
              </a:ln>
            </p:spPr>
          </p:cxnSp>
          <p:cxnSp>
            <p:nvCxnSpPr>
              <p:cNvPr id="34" name="Google Shape;76;p13">
                <a:extLst>
                  <a:ext uri="{FF2B5EF4-FFF2-40B4-BE49-F238E27FC236}">
                    <a16:creationId xmlns:a16="http://schemas.microsoft.com/office/drawing/2014/main" id="{928BF913-BCC9-FDFC-3ED8-00840F8CF138}"/>
                  </a:ext>
                </a:extLst>
              </p:cNvPr>
              <p:cNvCxnSpPr>
                <a:cxnSpLocks/>
              </p:cNvCxnSpPr>
              <p:nvPr/>
            </p:nvCxnSpPr>
            <p:spPr>
              <a:xfrm>
                <a:off x="21922019" y="9475898"/>
                <a:ext cx="1474" cy="539689"/>
              </a:xfrm>
              <a:prstGeom prst="straightConnector1">
                <a:avLst/>
              </a:prstGeom>
              <a:noFill/>
              <a:ln w="19050" cap="flat" cmpd="sng">
                <a:solidFill>
                  <a:schemeClr val="dk2"/>
                </a:solidFill>
                <a:prstDash val="solid"/>
                <a:round/>
                <a:headEnd type="none" w="med" len="med"/>
                <a:tailEnd type="none" w="med" len="med"/>
              </a:ln>
            </p:spPr>
          </p:cxnSp>
          <p:sp>
            <p:nvSpPr>
              <p:cNvPr id="36" name="Google Shape;84;p13">
                <a:extLst>
                  <a:ext uri="{FF2B5EF4-FFF2-40B4-BE49-F238E27FC236}">
                    <a16:creationId xmlns:a16="http://schemas.microsoft.com/office/drawing/2014/main" id="{5B3EF0BF-7684-77ED-5809-5C65FA95A70C}"/>
                  </a:ext>
                </a:extLst>
              </p:cNvPr>
              <p:cNvSpPr/>
              <p:nvPr/>
            </p:nvSpPr>
            <p:spPr>
              <a:xfrm>
                <a:off x="19459639" y="9284698"/>
                <a:ext cx="2463116" cy="641082"/>
              </a:xfrm>
              <a:prstGeom prst="arc">
                <a:avLst>
                  <a:gd name="adj1" fmla="val 10804585"/>
                  <a:gd name="adj2" fmla="val 21524168"/>
                </a:avLst>
              </a:prstGeom>
              <a:ln>
                <a:headEnd type="none" w="sm" len="sm"/>
                <a:tailEnd type="none" w="sm" len="sm"/>
              </a:ln>
            </p:spPr>
            <p:style>
              <a:lnRef idx="2">
                <a:schemeClr val="accent4"/>
              </a:lnRef>
              <a:fillRef idx="0">
                <a:schemeClr val="accent4"/>
              </a:fillRef>
              <a:effectRef idx="1">
                <a:schemeClr val="accent4"/>
              </a:effectRef>
              <a:fontRef idx="minor">
                <a:schemeClr val="tx1"/>
              </a:fontRef>
            </p:style>
            <p:txBody>
              <a:bodyPr spcFirstLastPara="1" wrap="square" lIns="91425" tIns="91425" rIns="91425" bIns="91425" anchor="ctr" anchorCtr="0">
                <a:noAutofit/>
              </a:bodyPr>
              <a:lstStyle/>
              <a:p>
                <a:pPr marL="0" lvl="0" indent="0" algn="ctr" rtl="0">
                  <a:spcBef>
                    <a:spcPts val="0"/>
                  </a:spcBef>
                  <a:spcAft>
                    <a:spcPts val="0"/>
                  </a:spcAft>
                  <a:buNone/>
                </a:pPr>
                <a:endParaRPr sz="100" dirty="0"/>
              </a:p>
            </p:txBody>
          </p:sp>
          <p:grpSp>
            <p:nvGrpSpPr>
              <p:cNvPr id="37" name="Group 36">
                <a:extLst>
                  <a:ext uri="{FF2B5EF4-FFF2-40B4-BE49-F238E27FC236}">
                    <a16:creationId xmlns:a16="http://schemas.microsoft.com/office/drawing/2014/main" id="{6F374667-1753-2857-EE47-2A8B680E53FC}"/>
                  </a:ext>
                </a:extLst>
              </p:cNvPr>
              <p:cNvGrpSpPr/>
              <p:nvPr/>
            </p:nvGrpSpPr>
            <p:grpSpPr>
              <a:xfrm rot="865625">
                <a:off x="18978411" y="8938901"/>
                <a:ext cx="479610" cy="109266"/>
                <a:chOff x="188266" y="1580006"/>
                <a:chExt cx="512674" cy="104299"/>
              </a:xfrm>
            </p:grpSpPr>
            <p:sp>
              <p:nvSpPr>
                <p:cNvPr id="45" name="Google Shape;81;p13">
                  <a:extLst>
                    <a:ext uri="{FF2B5EF4-FFF2-40B4-BE49-F238E27FC236}">
                      <a16:creationId xmlns:a16="http://schemas.microsoft.com/office/drawing/2014/main" id="{7881E824-597F-3D83-7A1F-B03C7724B42A}"/>
                    </a:ext>
                  </a:extLst>
                </p:cNvPr>
                <p:cNvSpPr/>
                <p:nvPr/>
              </p:nvSpPr>
              <p:spPr>
                <a:xfrm>
                  <a:off x="188266" y="1580006"/>
                  <a:ext cx="479393" cy="100077"/>
                </a:xfrm>
                <a:prstGeom prst="roundRect">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cxnSp>
              <p:nvCxnSpPr>
                <p:cNvPr id="46" name="Google Shape;82;p13">
                  <a:extLst>
                    <a:ext uri="{FF2B5EF4-FFF2-40B4-BE49-F238E27FC236}">
                      <a16:creationId xmlns:a16="http://schemas.microsoft.com/office/drawing/2014/main" id="{4964DB8F-FC36-76C3-F1DB-5EB642B20CBE}"/>
                    </a:ext>
                  </a:extLst>
                </p:cNvPr>
                <p:cNvCxnSpPr/>
                <p:nvPr/>
              </p:nvCxnSpPr>
              <p:spPr>
                <a:xfrm>
                  <a:off x="559625" y="1581273"/>
                  <a:ext cx="0" cy="103032"/>
                </a:xfrm>
                <a:prstGeom prst="straightConnector1">
                  <a:avLst/>
                </a:prstGeom>
                <a:noFill/>
                <a:ln w="9525" cap="flat" cmpd="sng">
                  <a:solidFill>
                    <a:schemeClr val="dk2"/>
                  </a:solidFill>
                  <a:prstDash val="solid"/>
                  <a:round/>
                  <a:headEnd type="none" w="med" len="med"/>
                  <a:tailEnd type="none" w="med" len="med"/>
                </a:ln>
              </p:spPr>
            </p:cxnSp>
            <p:cxnSp>
              <p:nvCxnSpPr>
                <p:cNvPr id="47" name="Google Shape;83;p13">
                  <a:extLst>
                    <a:ext uri="{FF2B5EF4-FFF2-40B4-BE49-F238E27FC236}">
                      <a16:creationId xmlns:a16="http://schemas.microsoft.com/office/drawing/2014/main" id="{A215E600-4931-6606-3E42-0EEE78907A7E}"/>
                    </a:ext>
                  </a:extLst>
                </p:cNvPr>
                <p:cNvCxnSpPr/>
                <p:nvPr/>
              </p:nvCxnSpPr>
              <p:spPr>
                <a:xfrm>
                  <a:off x="595340" y="1584269"/>
                  <a:ext cx="0" cy="95276"/>
                </a:xfrm>
                <a:prstGeom prst="straightConnector1">
                  <a:avLst/>
                </a:prstGeom>
                <a:noFill/>
                <a:ln w="9525" cap="flat" cmpd="sng">
                  <a:solidFill>
                    <a:schemeClr val="dk2"/>
                  </a:solidFill>
                  <a:prstDash val="solid"/>
                  <a:round/>
                  <a:headEnd type="none" w="med" len="med"/>
                  <a:tailEnd type="none" w="med" len="med"/>
                </a:ln>
              </p:spPr>
            </p:cxnSp>
            <p:sp>
              <p:nvSpPr>
                <p:cNvPr id="48" name="Google Shape;74;p13">
                  <a:extLst>
                    <a:ext uri="{FF2B5EF4-FFF2-40B4-BE49-F238E27FC236}">
                      <a16:creationId xmlns:a16="http://schemas.microsoft.com/office/drawing/2014/main" id="{3C9DF290-6EBE-4A64-74DA-83DFAB8A6268}"/>
                    </a:ext>
                  </a:extLst>
                </p:cNvPr>
                <p:cNvSpPr/>
                <p:nvPr/>
              </p:nvSpPr>
              <p:spPr>
                <a:xfrm>
                  <a:off x="670215" y="1620100"/>
                  <a:ext cx="30725" cy="18095"/>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cxnSp>
            <p:nvCxnSpPr>
              <p:cNvPr id="40" name="Google Shape;85;p13">
                <a:extLst>
                  <a:ext uri="{FF2B5EF4-FFF2-40B4-BE49-F238E27FC236}">
                    <a16:creationId xmlns:a16="http://schemas.microsoft.com/office/drawing/2014/main" id="{F4A3CAC2-07C3-E804-7091-6C0699EF408C}"/>
                  </a:ext>
                </a:extLst>
              </p:cNvPr>
              <p:cNvCxnSpPr>
                <a:cxnSpLocks/>
              </p:cNvCxnSpPr>
              <p:nvPr/>
            </p:nvCxnSpPr>
            <p:spPr>
              <a:xfrm flipH="1">
                <a:off x="20165198" y="7794673"/>
                <a:ext cx="2611818" cy="1547063"/>
              </a:xfrm>
              <a:prstGeom prst="straightConnector1">
                <a:avLst/>
              </a:prstGeom>
              <a:noFill/>
              <a:ln w="19050" cap="flat" cmpd="sng">
                <a:solidFill>
                  <a:srgbClr val="FF0000"/>
                </a:solidFill>
                <a:prstDash val="dot"/>
                <a:round/>
                <a:headEnd type="none" w="med" len="med"/>
                <a:tailEnd type="none" w="med" len="med"/>
              </a:ln>
            </p:spPr>
          </p:cxnSp>
          <p:cxnSp>
            <p:nvCxnSpPr>
              <p:cNvPr id="41" name="Google Shape;85;p13">
                <a:extLst>
                  <a:ext uri="{FF2B5EF4-FFF2-40B4-BE49-F238E27FC236}">
                    <a16:creationId xmlns:a16="http://schemas.microsoft.com/office/drawing/2014/main" id="{ABBEC3E3-59E3-245B-3DBF-2722DEA85E19}"/>
                  </a:ext>
                </a:extLst>
              </p:cNvPr>
              <p:cNvCxnSpPr>
                <a:cxnSpLocks/>
                <a:stCxn id="30" idx="0"/>
              </p:cNvCxnSpPr>
              <p:nvPr/>
            </p:nvCxnSpPr>
            <p:spPr>
              <a:xfrm flipV="1">
                <a:off x="20691568" y="8844659"/>
                <a:ext cx="2085448" cy="672142"/>
              </a:xfrm>
              <a:prstGeom prst="straightConnector1">
                <a:avLst/>
              </a:prstGeom>
              <a:noFill/>
              <a:ln w="19050" cap="flat" cmpd="sng">
                <a:solidFill>
                  <a:srgbClr val="FF0000"/>
                </a:solidFill>
                <a:prstDash val="solid"/>
                <a:round/>
                <a:headEnd type="none" w="med" len="med"/>
                <a:tailEnd type="none" w="med" len="med"/>
              </a:ln>
            </p:spPr>
          </p:cxnSp>
          <p:cxnSp>
            <p:nvCxnSpPr>
              <p:cNvPr id="42" name="Google Shape;76;p13">
                <a:extLst>
                  <a:ext uri="{FF2B5EF4-FFF2-40B4-BE49-F238E27FC236}">
                    <a16:creationId xmlns:a16="http://schemas.microsoft.com/office/drawing/2014/main" id="{80B6183A-4149-E58E-45C3-F9B8F0B32323}"/>
                  </a:ext>
                </a:extLst>
              </p:cNvPr>
              <p:cNvCxnSpPr>
                <a:cxnSpLocks/>
              </p:cNvCxnSpPr>
              <p:nvPr/>
            </p:nvCxnSpPr>
            <p:spPr>
              <a:xfrm>
                <a:off x="22777016" y="7439481"/>
                <a:ext cx="0" cy="2703473"/>
              </a:xfrm>
              <a:prstGeom prst="straightConnector1">
                <a:avLst/>
              </a:prstGeom>
              <a:noFill/>
              <a:ln w="19050" cap="flat" cmpd="sng">
                <a:solidFill>
                  <a:schemeClr val="dk2"/>
                </a:solidFill>
                <a:prstDash val="solid"/>
                <a:round/>
                <a:headEnd type="none" w="med" len="med"/>
                <a:tailEnd type="none" w="med" len="med"/>
              </a:ln>
            </p:spPr>
          </p:cxnSp>
          <p:sp>
            <p:nvSpPr>
              <p:cNvPr id="43" name="Google Shape;84;p13">
                <a:extLst>
                  <a:ext uri="{FF2B5EF4-FFF2-40B4-BE49-F238E27FC236}">
                    <a16:creationId xmlns:a16="http://schemas.microsoft.com/office/drawing/2014/main" id="{B7C07733-3248-0954-FEEC-9B364A8EBE9B}"/>
                  </a:ext>
                </a:extLst>
              </p:cNvPr>
              <p:cNvSpPr/>
              <p:nvPr/>
            </p:nvSpPr>
            <p:spPr>
              <a:xfrm rot="5400000">
                <a:off x="20808370" y="8807260"/>
                <a:ext cx="761947" cy="657133"/>
              </a:xfrm>
              <a:prstGeom prst="arc">
                <a:avLst>
                  <a:gd name="adj1" fmla="val 10804585"/>
                  <a:gd name="adj2" fmla="val 17450114"/>
                </a:avLst>
              </a:prstGeom>
              <a:ln>
                <a:headEnd type="none" w="sm" len="sm"/>
                <a:tailEnd type="none" w="sm" len="sm"/>
              </a:ln>
            </p:spPr>
            <p:style>
              <a:lnRef idx="1">
                <a:schemeClr val="accent4"/>
              </a:lnRef>
              <a:fillRef idx="0">
                <a:schemeClr val="accent4"/>
              </a:fillRef>
              <a:effectRef idx="0">
                <a:schemeClr val="accent4"/>
              </a:effectRef>
              <a:fontRef idx="minor">
                <a:schemeClr val="tx1"/>
              </a:fontRef>
            </p:style>
            <p:txBody>
              <a:bodyPr spcFirstLastPara="1" wrap="square" lIns="91425" tIns="91425" rIns="91425" bIns="91425" anchor="ctr" anchorCtr="0">
                <a:noAutofit/>
              </a:bodyPr>
              <a:lstStyle/>
              <a:p>
                <a:pPr marL="0" lvl="0" indent="0" algn="ctr" rtl="0">
                  <a:spcBef>
                    <a:spcPts val="0"/>
                  </a:spcBef>
                  <a:spcAft>
                    <a:spcPts val="0"/>
                  </a:spcAft>
                  <a:buNone/>
                </a:pPr>
                <a:endParaRPr sz="100" dirty="0"/>
              </a:p>
            </p:txBody>
          </p:sp>
          <p:sp>
            <p:nvSpPr>
              <p:cNvPr id="44" name="Google Shape;97;p13">
                <a:extLst>
                  <a:ext uri="{FF2B5EF4-FFF2-40B4-BE49-F238E27FC236}">
                    <a16:creationId xmlns:a16="http://schemas.microsoft.com/office/drawing/2014/main" id="{2EBABC34-2215-C6D5-84E2-8ABE9B9EA7CF}"/>
                  </a:ext>
                </a:extLst>
              </p:cNvPr>
              <p:cNvSpPr txBox="1"/>
              <p:nvPr/>
            </p:nvSpPr>
            <p:spPr>
              <a:xfrm>
                <a:off x="21517908" y="8584925"/>
                <a:ext cx="1010429" cy="55754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400" b="1" dirty="0">
                    <a:solidFill>
                      <a:schemeClr val="dk2"/>
                    </a:solidFill>
                    <a:latin typeface="Helvetica Neue"/>
                    <a:ea typeface="Helvetica Neue"/>
                    <a:cs typeface="Helvetica Neue"/>
                    <a:sym typeface="Helvetica Neue"/>
                  </a:rPr>
                  <a:t>Δθ</a:t>
                </a:r>
                <a:endParaRPr sz="2400" b="1" dirty="0">
                  <a:solidFill>
                    <a:schemeClr val="dk2"/>
                  </a:solidFill>
                  <a:latin typeface="Helvetica Neue"/>
                  <a:ea typeface="Helvetica Neue"/>
                  <a:cs typeface="Helvetica Neue"/>
                  <a:sym typeface="Helvetica Neue"/>
                </a:endParaRPr>
              </a:p>
            </p:txBody>
          </p:sp>
          <p:sp>
            <p:nvSpPr>
              <p:cNvPr id="116" name="Google Shape;105;p13">
                <a:extLst>
                  <a:ext uri="{FF2B5EF4-FFF2-40B4-BE49-F238E27FC236}">
                    <a16:creationId xmlns:a16="http://schemas.microsoft.com/office/drawing/2014/main" id="{F13331A5-A94F-AF97-1199-9281373F6F45}"/>
                  </a:ext>
                </a:extLst>
              </p:cNvPr>
              <p:cNvSpPr txBox="1"/>
              <p:nvPr/>
            </p:nvSpPr>
            <p:spPr>
              <a:xfrm>
                <a:off x="22909219" y="7987995"/>
                <a:ext cx="857662" cy="557541"/>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r>
                  <a:rPr lang="en-GB" sz="2000" b="1" dirty="0">
                    <a:solidFill>
                      <a:schemeClr val="dk2"/>
                    </a:solidFill>
                    <a:latin typeface="Helvetica Neue"/>
                    <a:ea typeface="Helvetica Neue"/>
                    <a:cs typeface="Helvetica Neue"/>
                    <a:sym typeface="Helvetica Neue"/>
                  </a:rPr>
                  <a:t>Δy</a:t>
                </a:r>
                <a:endParaRPr sz="2000" b="1" dirty="0">
                  <a:solidFill>
                    <a:schemeClr val="dk2"/>
                  </a:solidFill>
                  <a:latin typeface="Helvetica Neue"/>
                  <a:ea typeface="Helvetica Neue"/>
                  <a:cs typeface="Helvetica Neue"/>
                  <a:sym typeface="Helvetica Neue"/>
                </a:endParaRPr>
              </a:p>
            </p:txBody>
          </p:sp>
          <p:cxnSp>
            <p:nvCxnSpPr>
              <p:cNvPr id="117" name="Google Shape;106;p13">
                <a:extLst>
                  <a:ext uri="{FF2B5EF4-FFF2-40B4-BE49-F238E27FC236}">
                    <a16:creationId xmlns:a16="http://schemas.microsoft.com/office/drawing/2014/main" id="{826C6931-FABE-25D5-38D7-CAECC97AC2AF}"/>
                  </a:ext>
                </a:extLst>
              </p:cNvPr>
              <p:cNvCxnSpPr>
                <a:cxnSpLocks/>
              </p:cNvCxnSpPr>
              <p:nvPr/>
            </p:nvCxnSpPr>
            <p:spPr>
              <a:xfrm flipH="1" flipV="1">
                <a:off x="22909219" y="7794673"/>
                <a:ext cx="7287" cy="996544"/>
              </a:xfrm>
              <a:prstGeom prst="straightConnector1">
                <a:avLst/>
              </a:prstGeom>
              <a:noFill/>
              <a:ln w="9525" cap="flat" cmpd="sng">
                <a:solidFill>
                  <a:schemeClr val="dk2"/>
                </a:solidFill>
                <a:prstDash val="solid"/>
                <a:round/>
                <a:headEnd type="triangle" w="med" len="med"/>
                <a:tailEnd type="triangle" w="med" len="med"/>
              </a:ln>
            </p:spPr>
          </p:cxnSp>
          <p:cxnSp>
            <p:nvCxnSpPr>
              <p:cNvPr id="120" name="Google Shape;106;p13">
                <a:extLst>
                  <a:ext uri="{FF2B5EF4-FFF2-40B4-BE49-F238E27FC236}">
                    <a16:creationId xmlns:a16="http://schemas.microsoft.com/office/drawing/2014/main" id="{8B5FFD6E-5BEF-A9BE-98D9-1802B64774C9}"/>
                  </a:ext>
                </a:extLst>
              </p:cNvPr>
              <p:cNvCxnSpPr>
                <a:cxnSpLocks/>
              </p:cNvCxnSpPr>
              <p:nvPr/>
            </p:nvCxnSpPr>
            <p:spPr>
              <a:xfrm>
                <a:off x="20691197" y="10201170"/>
                <a:ext cx="2094299" cy="7360"/>
              </a:xfrm>
              <a:prstGeom prst="straightConnector1">
                <a:avLst/>
              </a:prstGeom>
              <a:noFill/>
              <a:ln w="9525" cap="flat" cmpd="sng">
                <a:solidFill>
                  <a:schemeClr val="dk2"/>
                </a:solidFill>
                <a:prstDash val="solid"/>
                <a:round/>
                <a:headEnd type="triangle" w="med" len="med"/>
                <a:tailEnd type="triangle" w="med" len="med"/>
              </a:ln>
            </p:spPr>
          </p:cxnSp>
          <p:sp>
            <p:nvSpPr>
              <p:cNvPr id="124" name="Google Shape;105;p13">
                <a:extLst>
                  <a:ext uri="{FF2B5EF4-FFF2-40B4-BE49-F238E27FC236}">
                    <a16:creationId xmlns:a16="http://schemas.microsoft.com/office/drawing/2014/main" id="{2D9D4A4B-5736-623F-2EAC-A8C405437B95}"/>
                  </a:ext>
                </a:extLst>
              </p:cNvPr>
              <p:cNvSpPr txBox="1"/>
              <p:nvPr/>
            </p:nvSpPr>
            <p:spPr>
              <a:xfrm>
                <a:off x="22051557" y="9791102"/>
                <a:ext cx="857662" cy="557541"/>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r>
                  <a:rPr lang="en-GB" sz="2000" b="1" dirty="0">
                    <a:solidFill>
                      <a:schemeClr val="dk2"/>
                    </a:solidFill>
                    <a:latin typeface="Helvetica Neue"/>
                    <a:ea typeface="Helvetica Neue"/>
                    <a:cs typeface="Helvetica Neue"/>
                    <a:sym typeface="Helvetica Neue"/>
                  </a:rPr>
                  <a:t>x</a:t>
                </a:r>
                <a:endParaRPr sz="2000" b="1" dirty="0">
                  <a:solidFill>
                    <a:schemeClr val="dk2"/>
                  </a:solidFill>
                  <a:latin typeface="Helvetica Neue"/>
                  <a:ea typeface="Helvetica Neue"/>
                  <a:cs typeface="Helvetica Neue"/>
                  <a:sym typeface="Helvetica Neue"/>
                </a:endParaRPr>
              </a:p>
            </p:txBody>
          </p:sp>
        </p:grpSp>
        <p:cxnSp>
          <p:nvCxnSpPr>
            <p:cNvPr id="127" name="Google Shape;106;p13">
              <a:extLst>
                <a:ext uri="{FF2B5EF4-FFF2-40B4-BE49-F238E27FC236}">
                  <a16:creationId xmlns:a16="http://schemas.microsoft.com/office/drawing/2014/main" id="{613EA781-47EF-0594-C679-9D0356A300B7}"/>
                </a:ext>
              </a:extLst>
            </p:cNvPr>
            <p:cNvCxnSpPr>
              <a:cxnSpLocks/>
            </p:cNvCxnSpPr>
            <p:nvPr/>
          </p:nvCxnSpPr>
          <p:spPr>
            <a:xfrm flipV="1">
              <a:off x="22916506" y="8836907"/>
              <a:ext cx="0" cy="839479"/>
            </a:xfrm>
            <a:prstGeom prst="straightConnector1">
              <a:avLst/>
            </a:prstGeom>
            <a:noFill/>
            <a:ln w="9525" cap="flat" cmpd="sng">
              <a:solidFill>
                <a:schemeClr val="dk2"/>
              </a:solidFill>
              <a:prstDash val="solid"/>
              <a:round/>
              <a:headEnd type="triangle" w="med" len="med"/>
              <a:tailEnd type="triangle" w="med" len="med"/>
            </a:ln>
          </p:spPr>
        </p:cxnSp>
        <p:sp>
          <p:nvSpPr>
            <p:cNvPr id="132" name="Google Shape;105;p13">
              <a:extLst>
                <a:ext uri="{FF2B5EF4-FFF2-40B4-BE49-F238E27FC236}">
                  <a16:creationId xmlns:a16="http://schemas.microsoft.com/office/drawing/2014/main" id="{52ED65CA-7CB4-139B-479F-A2104893C9BB}"/>
                </a:ext>
              </a:extLst>
            </p:cNvPr>
            <p:cNvSpPr txBox="1"/>
            <p:nvPr/>
          </p:nvSpPr>
          <p:spPr>
            <a:xfrm>
              <a:off x="22936219" y="9010234"/>
              <a:ext cx="857662" cy="557541"/>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r>
                <a:rPr lang="en-GB" sz="2000" b="1" dirty="0">
                  <a:solidFill>
                    <a:schemeClr val="dk2"/>
                  </a:solidFill>
                  <a:latin typeface="Helvetica Neue"/>
                  <a:ea typeface="Helvetica Neue"/>
                  <a:cs typeface="Helvetica Neue"/>
                  <a:sym typeface="Helvetica Neue"/>
                </a:rPr>
                <a:t>y</a:t>
              </a:r>
              <a:endParaRPr sz="2000" b="1" dirty="0">
                <a:solidFill>
                  <a:schemeClr val="dk2"/>
                </a:solidFill>
                <a:latin typeface="Helvetica Neue"/>
                <a:ea typeface="Helvetica Neue"/>
                <a:cs typeface="Helvetica Neue"/>
                <a:sym typeface="Helvetica Neue"/>
              </a:endParaRPr>
            </a:p>
          </p:txBody>
        </p:sp>
      </p:grpSp>
      <p:sp>
        <p:nvSpPr>
          <p:cNvPr id="73" name="Google Shape;73;p1"/>
          <p:cNvSpPr/>
          <p:nvPr/>
        </p:nvSpPr>
        <p:spPr>
          <a:xfrm>
            <a:off x="23701377" y="3764025"/>
            <a:ext cx="9010015" cy="10722291"/>
          </a:xfrm>
          <a:prstGeom prst="rect">
            <a:avLst/>
          </a:prstGeom>
          <a:noFill/>
          <a:ln w="9525" cap="flat" cmpd="sng">
            <a:solidFill>
              <a:schemeClr val="dk1"/>
            </a:solidFill>
            <a:prstDash val="solid"/>
            <a:miter lim="800000"/>
            <a:headEnd type="none" w="sm" len="sm"/>
            <a:tailEnd type="none" w="sm" len="sm"/>
          </a:ln>
        </p:spPr>
        <p:txBody>
          <a:bodyPr spcFirstLastPara="1" wrap="square" lIns="287600" tIns="143800" rIns="287600" bIns="143800" anchor="t" anchorCtr="0">
            <a:noAutofit/>
          </a:bodyPr>
          <a:lstStyle/>
          <a:p>
            <a:endParaRPr sz="6000" b="1" dirty="0">
              <a:solidFill>
                <a:schemeClr val="dk1"/>
              </a:solidFill>
            </a:endParaRPr>
          </a:p>
        </p:txBody>
      </p:sp>
      <p:pic>
        <p:nvPicPr>
          <p:cNvPr id="135" name="Picture 134">
            <a:extLst>
              <a:ext uri="{FF2B5EF4-FFF2-40B4-BE49-F238E27FC236}">
                <a16:creationId xmlns:a16="http://schemas.microsoft.com/office/drawing/2014/main" id="{FF50CC3A-E243-F073-AE8C-4CD8E05216B6}"/>
              </a:ext>
            </a:extLst>
          </p:cNvPr>
          <p:cNvPicPr>
            <a:picLocks noChangeAspect="1"/>
          </p:cNvPicPr>
          <p:nvPr/>
        </p:nvPicPr>
        <p:blipFill>
          <a:blip r:embed="rId10"/>
          <a:stretch>
            <a:fillRect/>
          </a:stretch>
        </p:blipFill>
        <p:spPr>
          <a:xfrm>
            <a:off x="586760" y="11828619"/>
            <a:ext cx="7049009" cy="5494020"/>
          </a:xfrm>
          <a:prstGeom prst="rect">
            <a:avLst/>
          </a:prstGeom>
        </p:spPr>
      </p:pic>
      <p:pic>
        <p:nvPicPr>
          <p:cNvPr id="136" name="Picture 135">
            <a:extLst>
              <a:ext uri="{FF2B5EF4-FFF2-40B4-BE49-F238E27FC236}">
                <a16:creationId xmlns:a16="http://schemas.microsoft.com/office/drawing/2014/main" id="{95E96617-A5E8-23EB-87FB-9758E05FD1BA}"/>
              </a:ext>
            </a:extLst>
          </p:cNvPr>
          <p:cNvPicPr>
            <a:picLocks noChangeAspect="1"/>
          </p:cNvPicPr>
          <p:nvPr/>
        </p:nvPicPr>
        <p:blipFill>
          <a:blip r:embed="rId11"/>
          <a:srcRect/>
          <a:stretch/>
        </p:blipFill>
        <p:spPr>
          <a:xfrm>
            <a:off x="7834649" y="11849955"/>
            <a:ext cx="7084687" cy="5472684"/>
          </a:xfrm>
          <a:prstGeom prst="rect">
            <a:avLst/>
          </a:prstGeom>
        </p:spPr>
      </p:pic>
      <p:grpSp>
        <p:nvGrpSpPr>
          <p:cNvPr id="143" name="Group 142">
            <a:extLst>
              <a:ext uri="{FF2B5EF4-FFF2-40B4-BE49-F238E27FC236}">
                <a16:creationId xmlns:a16="http://schemas.microsoft.com/office/drawing/2014/main" id="{CA978C03-A436-BC56-3075-BE90F6377F1F}"/>
              </a:ext>
            </a:extLst>
          </p:cNvPr>
          <p:cNvGrpSpPr/>
          <p:nvPr/>
        </p:nvGrpSpPr>
        <p:grpSpPr>
          <a:xfrm>
            <a:off x="15299448" y="11898009"/>
            <a:ext cx="7527015" cy="5472684"/>
            <a:chOff x="16084649" y="11952160"/>
            <a:chExt cx="4981575" cy="3848100"/>
          </a:xfrm>
        </p:grpSpPr>
        <p:pic>
          <p:nvPicPr>
            <p:cNvPr id="137" name="Picture 136">
              <a:extLst>
                <a:ext uri="{FF2B5EF4-FFF2-40B4-BE49-F238E27FC236}">
                  <a16:creationId xmlns:a16="http://schemas.microsoft.com/office/drawing/2014/main" id="{732FB0CF-6193-697E-2F27-88DC0D7D01C7}"/>
                </a:ext>
              </a:extLst>
            </p:cNvPr>
            <p:cNvPicPr>
              <a:picLocks noChangeAspect="1"/>
            </p:cNvPicPr>
            <p:nvPr/>
          </p:nvPicPr>
          <p:blipFill>
            <a:blip r:embed="rId12"/>
            <a:srcRect/>
            <a:stretch/>
          </p:blipFill>
          <p:spPr>
            <a:xfrm>
              <a:off x="16084649" y="11952160"/>
              <a:ext cx="4981575" cy="3848100"/>
            </a:xfrm>
            <a:prstGeom prst="rect">
              <a:avLst/>
            </a:prstGeom>
          </p:spPr>
        </p:pic>
        <p:sp>
          <p:nvSpPr>
            <p:cNvPr id="138" name="Freeform: Shape 137">
              <a:extLst>
                <a:ext uri="{FF2B5EF4-FFF2-40B4-BE49-F238E27FC236}">
                  <a16:creationId xmlns:a16="http://schemas.microsoft.com/office/drawing/2014/main" id="{A4954566-B09E-1724-05BE-11F4FB463DAD}"/>
                </a:ext>
              </a:extLst>
            </p:cNvPr>
            <p:cNvSpPr/>
            <p:nvPr/>
          </p:nvSpPr>
          <p:spPr>
            <a:xfrm>
              <a:off x="16381564" y="12559217"/>
              <a:ext cx="4667407" cy="2803585"/>
            </a:xfrm>
            <a:custGeom>
              <a:avLst/>
              <a:gdLst>
                <a:gd name="connsiteX0" fmla="*/ 0 w 4667407"/>
                <a:gd name="connsiteY0" fmla="*/ 232913 h 2803585"/>
                <a:gd name="connsiteX1" fmla="*/ 517585 w 4667407"/>
                <a:gd name="connsiteY1" fmla="*/ 241539 h 2803585"/>
                <a:gd name="connsiteX2" fmla="*/ 552091 w 4667407"/>
                <a:gd name="connsiteY2" fmla="*/ 258792 h 2803585"/>
                <a:gd name="connsiteX3" fmla="*/ 577970 w 4667407"/>
                <a:gd name="connsiteY3" fmla="*/ 284672 h 2803585"/>
                <a:gd name="connsiteX4" fmla="*/ 612476 w 4667407"/>
                <a:gd name="connsiteY4" fmla="*/ 345056 h 2803585"/>
                <a:gd name="connsiteX5" fmla="*/ 629728 w 4667407"/>
                <a:gd name="connsiteY5" fmla="*/ 431321 h 2803585"/>
                <a:gd name="connsiteX6" fmla="*/ 646981 w 4667407"/>
                <a:gd name="connsiteY6" fmla="*/ 534838 h 2803585"/>
                <a:gd name="connsiteX7" fmla="*/ 664234 w 4667407"/>
                <a:gd name="connsiteY7" fmla="*/ 569343 h 2803585"/>
                <a:gd name="connsiteX8" fmla="*/ 690113 w 4667407"/>
                <a:gd name="connsiteY8" fmla="*/ 672860 h 2803585"/>
                <a:gd name="connsiteX9" fmla="*/ 707366 w 4667407"/>
                <a:gd name="connsiteY9" fmla="*/ 724619 h 2803585"/>
                <a:gd name="connsiteX10" fmla="*/ 733245 w 4667407"/>
                <a:gd name="connsiteY10" fmla="*/ 776377 h 2803585"/>
                <a:gd name="connsiteX11" fmla="*/ 750498 w 4667407"/>
                <a:gd name="connsiteY11" fmla="*/ 862641 h 2803585"/>
                <a:gd name="connsiteX12" fmla="*/ 802257 w 4667407"/>
                <a:gd name="connsiteY12" fmla="*/ 966158 h 2803585"/>
                <a:gd name="connsiteX13" fmla="*/ 819510 w 4667407"/>
                <a:gd name="connsiteY13" fmla="*/ 1000664 h 2803585"/>
                <a:gd name="connsiteX14" fmla="*/ 836762 w 4667407"/>
                <a:gd name="connsiteY14" fmla="*/ 1043796 h 2803585"/>
                <a:gd name="connsiteX15" fmla="*/ 888521 w 4667407"/>
                <a:gd name="connsiteY15" fmla="*/ 1130060 h 2803585"/>
                <a:gd name="connsiteX16" fmla="*/ 948906 w 4667407"/>
                <a:gd name="connsiteY16" fmla="*/ 1302589 h 2803585"/>
                <a:gd name="connsiteX17" fmla="*/ 983412 w 4667407"/>
                <a:gd name="connsiteY17" fmla="*/ 1518249 h 2803585"/>
                <a:gd name="connsiteX18" fmla="*/ 1009291 w 4667407"/>
                <a:gd name="connsiteY18" fmla="*/ 1682151 h 2803585"/>
                <a:gd name="connsiteX19" fmla="*/ 1035170 w 4667407"/>
                <a:gd name="connsiteY19" fmla="*/ 1820173 h 2803585"/>
                <a:gd name="connsiteX20" fmla="*/ 1052423 w 4667407"/>
                <a:gd name="connsiteY20" fmla="*/ 1846053 h 2803585"/>
                <a:gd name="connsiteX21" fmla="*/ 1112808 w 4667407"/>
                <a:gd name="connsiteY21" fmla="*/ 1940943 h 2803585"/>
                <a:gd name="connsiteX22" fmla="*/ 1130061 w 4667407"/>
                <a:gd name="connsiteY22" fmla="*/ 1975449 h 2803585"/>
                <a:gd name="connsiteX23" fmla="*/ 1199072 w 4667407"/>
                <a:gd name="connsiteY23" fmla="*/ 2061713 h 2803585"/>
                <a:gd name="connsiteX24" fmla="*/ 1224951 w 4667407"/>
                <a:gd name="connsiteY24" fmla="*/ 2096219 h 2803585"/>
                <a:gd name="connsiteX25" fmla="*/ 1276710 w 4667407"/>
                <a:gd name="connsiteY25" fmla="*/ 2173856 h 2803585"/>
                <a:gd name="connsiteX26" fmla="*/ 1285336 w 4667407"/>
                <a:gd name="connsiteY26" fmla="*/ 2199736 h 2803585"/>
                <a:gd name="connsiteX27" fmla="*/ 1345721 w 4667407"/>
                <a:gd name="connsiteY27" fmla="*/ 2286000 h 2803585"/>
                <a:gd name="connsiteX28" fmla="*/ 1362974 w 4667407"/>
                <a:gd name="connsiteY28" fmla="*/ 2311879 h 2803585"/>
                <a:gd name="connsiteX29" fmla="*/ 1371600 w 4667407"/>
                <a:gd name="connsiteY29" fmla="*/ 2337758 h 2803585"/>
                <a:gd name="connsiteX30" fmla="*/ 1380227 w 4667407"/>
                <a:gd name="connsiteY30" fmla="*/ 2372264 h 2803585"/>
                <a:gd name="connsiteX31" fmla="*/ 1406106 w 4667407"/>
                <a:gd name="connsiteY31" fmla="*/ 2406770 h 2803585"/>
                <a:gd name="connsiteX32" fmla="*/ 1423359 w 4667407"/>
                <a:gd name="connsiteY32" fmla="*/ 2449902 h 2803585"/>
                <a:gd name="connsiteX33" fmla="*/ 1466491 w 4667407"/>
                <a:gd name="connsiteY33" fmla="*/ 2501660 h 2803585"/>
                <a:gd name="connsiteX34" fmla="*/ 1500996 w 4667407"/>
                <a:gd name="connsiteY34" fmla="*/ 2553419 h 2803585"/>
                <a:gd name="connsiteX35" fmla="*/ 1526876 w 4667407"/>
                <a:gd name="connsiteY35" fmla="*/ 2570672 h 2803585"/>
                <a:gd name="connsiteX36" fmla="*/ 1561381 w 4667407"/>
                <a:gd name="connsiteY36" fmla="*/ 2605177 h 2803585"/>
                <a:gd name="connsiteX37" fmla="*/ 1604513 w 4667407"/>
                <a:gd name="connsiteY37" fmla="*/ 2622430 h 2803585"/>
                <a:gd name="connsiteX38" fmla="*/ 1639019 w 4667407"/>
                <a:gd name="connsiteY38" fmla="*/ 2639683 h 2803585"/>
                <a:gd name="connsiteX39" fmla="*/ 1664898 w 4667407"/>
                <a:gd name="connsiteY39" fmla="*/ 2656936 h 2803585"/>
                <a:gd name="connsiteX40" fmla="*/ 1768415 w 4667407"/>
                <a:gd name="connsiteY40" fmla="*/ 2682815 h 2803585"/>
                <a:gd name="connsiteX41" fmla="*/ 1880559 w 4667407"/>
                <a:gd name="connsiteY41" fmla="*/ 2674189 h 2803585"/>
                <a:gd name="connsiteX42" fmla="*/ 1949570 w 4667407"/>
                <a:gd name="connsiteY42" fmla="*/ 2622430 h 2803585"/>
                <a:gd name="connsiteX43" fmla="*/ 2001328 w 4667407"/>
                <a:gd name="connsiteY43" fmla="*/ 2527539 h 2803585"/>
                <a:gd name="connsiteX44" fmla="*/ 2009955 w 4667407"/>
                <a:gd name="connsiteY44" fmla="*/ 2501660 h 2803585"/>
                <a:gd name="connsiteX45" fmla="*/ 2070340 w 4667407"/>
                <a:gd name="connsiteY45" fmla="*/ 2424022 h 2803585"/>
                <a:gd name="connsiteX46" fmla="*/ 2087593 w 4667407"/>
                <a:gd name="connsiteY46" fmla="*/ 2380890 h 2803585"/>
                <a:gd name="connsiteX47" fmla="*/ 2147978 w 4667407"/>
                <a:gd name="connsiteY47" fmla="*/ 2286000 h 2803585"/>
                <a:gd name="connsiteX48" fmla="*/ 2173857 w 4667407"/>
                <a:gd name="connsiteY48" fmla="*/ 2242868 h 2803585"/>
                <a:gd name="connsiteX49" fmla="*/ 2216989 w 4667407"/>
                <a:gd name="connsiteY49" fmla="*/ 2165230 h 2803585"/>
                <a:gd name="connsiteX50" fmla="*/ 2320506 w 4667407"/>
                <a:gd name="connsiteY50" fmla="*/ 2053087 h 2803585"/>
                <a:gd name="connsiteX51" fmla="*/ 2346385 w 4667407"/>
                <a:gd name="connsiteY51" fmla="*/ 2001328 h 2803585"/>
                <a:gd name="connsiteX52" fmla="*/ 2389517 w 4667407"/>
                <a:gd name="connsiteY52" fmla="*/ 1949570 h 2803585"/>
                <a:gd name="connsiteX53" fmla="*/ 2406770 w 4667407"/>
                <a:gd name="connsiteY53" fmla="*/ 1923690 h 2803585"/>
                <a:gd name="connsiteX54" fmla="*/ 2458528 w 4667407"/>
                <a:gd name="connsiteY54" fmla="*/ 1871932 h 2803585"/>
                <a:gd name="connsiteX55" fmla="*/ 2475781 w 4667407"/>
                <a:gd name="connsiteY55" fmla="*/ 1846053 h 2803585"/>
                <a:gd name="connsiteX56" fmla="*/ 2536166 w 4667407"/>
                <a:gd name="connsiteY56" fmla="*/ 1768415 h 2803585"/>
                <a:gd name="connsiteX57" fmla="*/ 2596551 w 4667407"/>
                <a:gd name="connsiteY57" fmla="*/ 1682151 h 2803585"/>
                <a:gd name="connsiteX58" fmla="*/ 2613804 w 4667407"/>
                <a:gd name="connsiteY58" fmla="*/ 1647645 h 2803585"/>
                <a:gd name="connsiteX59" fmla="*/ 2639683 w 4667407"/>
                <a:gd name="connsiteY59" fmla="*/ 1630392 h 2803585"/>
                <a:gd name="connsiteX60" fmla="*/ 2648310 w 4667407"/>
                <a:gd name="connsiteY60" fmla="*/ 1595887 h 2803585"/>
                <a:gd name="connsiteX61" fmla="*/ 2665562 w 4667407"/>
                <a:gd name="connsiteY61" fmla="*/ 1509622 h 2803585"/>
                <a:gd name="connsiteX62" fmla="*/ 2682815 w 4667407"/>
                <a:gd name="connsiteY62" fmla="*/ 1466490 h 2803585"/>
                <a:gd name="connsiteX63" fmla="*/ 2743200 w 4667407"/>
                <a:gd name="connsiteY63" fmla="*/ 1311215 h 2803585"/>
                <a:gd name="connsiteX64" fmla="*/ 2820838 w 4667407"/>
                <a:gd name="connsiteY64" fmla="*/ 1173192 h 2803585"/>
                <a:gd name="connsiteX65" fmla="*/ 2863970 w 4667407"/>
                <a:gd name="connsiteY65" fmla="*/ 1112807 h 2803585"/>
                <a:gd name="connsiteX66" fmla="*/ 2889849 w 4667407"/>
                <a:gd name="connsiteY66" fmla="*/ 1069675 h 2803585"/>
                <a:gd name="connsiteX67" fmla="*/ 2967487 w 4667407"/>
                <a:gd name="connsiteY67" fmla="*/ 957532 h 2803585"/>
                <a:gd name="connsiteX68" fmla="*/ 3010619 w 4667407"/>
                <a:gd name="connsiteY68" fmla="*/ 871268 h 2803585"/>
                <a:gd name="connsiteX69" fmla="*/ 3027872 w 4667407"/>
                <a:gd name="connsiteY69" fmla="*/ 828136 h 2803585"/>
                <a:gd name="connsiteX70" fmla="*/ 3071004 w 4667407"/>
                <a:gd name="connsiteY70" fmla="*/ 750498 h 2803585"/>
                <a:gd name="connsiteX71" fmla="*/ 3114136 w 4667407"/>
                <a:gd name="connsiteY71" fmla="*/ 690113 h 2803585"/>
                <a:gd name="connsiteX72" fmla="*/ 3148642 w 4667407"/>
                <a:gd name="connsiteY72" fmla="*/ 638355 h 2803585"/>
                <a:gd name="connsiteX73" fmla="*/ 3191774 w 4667407"/>
                <a:gd name="connsiteY73" fmla="*/ 586596 h 2803585"/>
                <a:gd name="connsiteX74" fmla="*/ 3243532 w 4667407"/>
                <a:gd name="connsiteY74" fmla="*/ 508958 h 2803585"/>
                <a:gd name="connsiteX75" fmla="*/ 3286664 w 4667407"/>
                <a:gd name="connsiteY75" fmla="*/ 465826 h 2803585"/>
                <a:gd name="connsiteX76" fmla="*/ 3312544 w 4667407"/>
                <a:gd name="connsiteY76" fmla="*/ 431321 h 2803585"/>
                <a:gd name="connsiteX77" fmla="*/ 3329796 w 4667407"/>
                <a:gd name="connsiteY77" fmla="*/ 405441 h 2803585"/>
                <a:gd name="connsiteX78" fmla="*/ 3372928 w 4667407"/>
                <a:gd name="connsiteY78" fmla="*/ 370936 h 2803585"/>
                <a:gd name="connsiteX79" fmla="*/ 3390181 w 4667407"/>
                <a:gd name="connsiteY79" fmla="*/ 345056 h 2803585"/>
                <a:gd name="connsiteX80" fmla="*/ 3433313 w 4667407"/>
                <a:gd name="connsiteY80" fmla="*/ 301924 h 2803585"/>
                <a:gd name="connsiteX81" fmla="*/ 3450566 w 4667407"/>
                <a:gd name="connsiteY81" fmla="*/ 276045 h 2803585"/>
                <a:gd name="connsiteX82" fmla="*/ 3493698 w 4667407"/>
                <a:gd name="connsiteY82" fmla="*/ 250166 h 2803585"/>
                <a:gd name="connsiteX83" fmla="*/ 3571336 w 4667407"/>
                <a:gd name="connsiteY83" fmla="*/ 189781 h 2803585"/>
                <a:gd name="connsiteX84" fmla="*/ 3605842 w 4667407"/>
                <a:gd name="connsiteY84" fmla="*/ 155275 h 2803585"/>
                <a:gd name="connsiteX85" fmla="*/ 3700732 w 4667407"/>
                <a:gd name="connsiteY85" fmla="*/ 112143 h 2803585"/>
                <a:gd name="connsiteX86" fmla="*/ 3735238 w 4667407"/>
                <a:gd name="connsiteY86" fmla="*/ 103517 h 2803585"/>
                <a:gd name="connsiteX87" fmla="*/ 3769744 w 4667407"/>
                <a:gd name="connsiteY87" fmla="*/ 86264 h 2803585"/>
                <a:gd name="connsiteX88" fmla="*/ 3804249 w 4667407"/>
                <a:gd name="connsiteY88" fmla="*/ 60385 h 2803585"/>
                <a:gd name="connsiteX89" fmla="*/ 3873261 w 4667407"/>
                <a:gd name="connsiteY89" fmla="*/ 43132 h 2803585"/>
                <a:gd name="connsiteX90" fmla="*/ 3933645 w 4667407"/>
                <a:gd name="connsiteY90" fmla="*/ 25879 h 2803585"/>
                <a:gd name="connsiteX91" fmla="*/ 3976778 w 4667407"/>
                <a:gd name="connsiteY91" fmla="*/ 17253 h 2803585"/>
                <a:gd name="connsiteX92" fmla="*/ 4045789 w 4667407"/>
                <a:gd name="connsiteY92" fmla="*/ 0 h 2803585"/>
                <a:gd name="connsiteX93" fmla="*/ 4347713 w 4667407"/>
                <a:gd name="connsiteY93" fmla="*/ 8626 h 2803585"/>
                <a:gd name="connsiteX94" fmla="*/ 4382219 w 4667407"/>
                <a:gd name="connsiteY94" fmla="*/ 25879 h 2803585"/>
                <a:gd name="connsiteX95" fmla="*/ 4459857 w 4667407"/>
                <a:gd name="connsiteY95" fmla="*/ 51758 h 2803585"/>
                <a:gd name="connsiteX96" fmla="*/ 4485736 w 4667407"/>
                <a:gd name="connsiteY96" fmla="*/ 69011 h 2803585"/>
                <a:gd name="connsiteX97" fmla="*/ 4511615 w 4667407"/>
                <a:gd name="connsiteY97" fmla="*/ 77638 h 2803585"/>
                <a:gd name="connsiteX98" fmla="*/ 4589253 w 4667407"/>
                <a:gd name="connsiteY98" fmla="*/ 94890 h 2803585"/>
                <a:gd name="connsiteX99" fmla="*/ 4615132 w 4667407"/>
                <a:gd name="connsiteY99" fmla="*/ 327804 h 2803585"/>
                <a:gd name="connsiteX100" fmla="*/ 4632385 w 4667407"/>
                <a:gd name="connsiteY100" fmla="*/ 448573 h 2803585"/>
                <a:gd name="connsiteX101" fmla="*/ 4641012 w 4667407"/>
                <a:gd name="connsiteY101" fmla="*/ 560717 h 2803585"/>
                <a:gd name="connsiteX102" fmla="*/ 4606506 w 4667407"/>
                <a:gd name="connsiteY102" fmla="*/ 1475117 h 2803585"/>
                <a:gd name="connsiteX103" fmla="*/ 4615132 w 4667407"/>
                <a:gd name="connsiteY103" fmla="*/ 1526875 h 2803585"/>
                <a:gd name="connsiteX104" fmla="*/ 4632385 w 4667407"/>
                <a:gd name="connsiteY104" fmla="*/ 1570007 h 2803585"/>
                <a:gd name="connsiteX105" fmla="*/ 4641012 w 4667407"/>
                <a:gd name="connsiteY105" fmla="*/ 1604513 h 2803585"/>
                <a:gd name="connsiteX106" fmla="*/ 4658264 w 4667407"/>
                <a:gd name="connsiteY106" fmla="*/ 1664898 h 2803585"/>
                <a:gd name="connsiteX107" fmla="*/ 4641012 w 4667407"/>
                <a:gd name="connsiteY107" fmla="*/ 2769079 h 2803585"/>
                <a:gd name="connsiteX108" fmla="*/ 4502989 w 4667407"/>
                <a:gd name="connsiteY108" fmla="*/ 2777706 h 2803585"/>
                <a:gd name="connsiteX109" fmla="*/ 4459857 w 4667407"/>
                <a:gd name="connsiteY109" fmla="*/ 2794958 h 2803585"/>
                <a:gd name="connsiteX110" fmla="*/ 4339087 w 4667407"/>
                <a:gd name="connsiteY110" fmla="*/ 2803585 h 2803585"/>
                <a:gd name="connsiteX111" fmla="*/ 3873261 w 4667407"/>
                <a:gd name="connsiteY111" fmla="*/ 2794958 h 2803585"/>
                <a:gd name="connsiteX112" fmla="*/ 3830128 w 4667407"/>
                <a:gd name="connsiteY112" fmla="*/ 2786332 h 2803585"/>
                <a:gd name="connsiteX113" fmla="*/ 3683479 w 4667407"/>
                <a:gd name="connsiteY113" fmla="*/ 2777706 h 2803585"/>
                <a:gd name="connsiteX114" fmla="*/ 3614468 w 4667407"/>
                <a:gd name="connsiteY114" fmla="*/ 2760453 h 2803585"/>
                <a:gd name="connsiteX115" fmla="*/ 3450566 w 4667407"/>
                <a:gd name="connsiteY115" fmla="*/ 2743200 h 2803585"/>
                <a:gd name="connsiteX116" fmla="*/ 2976113 w 4667407"/>
                <a:gd name="connsiteY116" fmla="*/ 2760453 h 2803585"/>
                <a:gd name="connsiteX117" fmla="*/ 2915728 w 4667407"/>
                <a:gd name="connsiteY117" fmla="*/ 2777706 h 2803585"/>
                <a:gd name="connsiteX118" fmla="*/ 2622430 w 4667407"/>
                <a:gd name="connsiteY118" fmla="*/ 2786332 h 2803585"/>
                <a:gd name="connsiteX119" fmla="*/ 1975449 w 4667407"/>
                <a:gd name="connsiteY119" fmla="*/ 2794958 h 2803585"/>
                <a:gd name="connsiteX120" fmla="*/ 1552755 w 4667407"/>
                <a:gd name="connsiteY120" fmla="*/ 2786332 h 2803585"/>
                <a:gd name="connsiteX121" fmla="*/ 1406106 w 4667407"/>
                <a:gd name="connsiteY121" fmla="*/ 2725947 h 2803585"/>
                <a:gd name="connsiteX122" fmla="*/ 1293962 w 4667407"/>
                <a:gd name="connsiteY122" fmla="*/ 2717321 h 2803585"/>
                <a:gd name="connsiteX123" fmla="*/ 1069676 w 4667407"/>
                <a:gd name="connsiteY123" fmla="*/ 2725947 h 2803585"/>
                <a:gd name="connsiteX124" fmla="*/ 1017917 w 4667407"/>
                <a:gd name="connsiteY124" fmla="*/ 2734573 h 2803585"/>
                <a:gd name="connsiteX125" fmla="*/ 724619 w 4667407"/>
                <a:gd name="connsiteY125" fmla="*/ 2743200 h 2803585"/>
                <a:gd name="connsiteX126" fmla="*/ 560717 w 4667407"/>
                <a:gd name="connsiteY126" fmla="*/ 2769079 h 2803585"/>
                <a:gd name="connsiteX127" fmla="*/ 526212 w 4667407"/>
                <a:gd name="connsiteY127" fmla="*/ 2777706 h 2803585"/>
                <a:gd name="connsiteX128" fmla="*/ 439947 w 4667407"/>
                <a:gd name="connsiteY128" fmla="*/ 2786332 h 2803585"/>
                <a:gd name="connsiteX129" fmla="*/ 388189 w 4667407"/>
                <a:gd name="connsiteY129" fmla="*/ 2406770 h 2803585"/>
                <a:gd name="connsiteX130" fmla="*/ 422695 w 4667407"/>
                <a:gd name="connsiteY130" fmla="*/ 2242868 h 2803585"/>
                <a:gd name="connsiteX131" fmla="*/ 457200 w 4667407"/>
                <a:gd name="connsiteY131" fmla="*/ 1984075 h 2803585"/>
                <a:gd name="connsiteX132" fmla="*/ 439947 w 4667407"/>
                <a:gd name="connsiteY132" fmla="*/ 1535502 h 2803585"/>
                <a:gd name="connsiteX133" fmla="*/ 431321 w 4667407"/>
                <a:gd name="connsiteY133" fmla="*/ 1475117 h 2803585"/>
                <a:gd name="connsiteX134" fmla="*/ 414068 w 4667407"/>
                <a:gd name="connsiteY134" fmla="*/ 1155939 h 2803585"/>
                <a:gd name="connsiteX135" fmla="*/ 388189 w 4667407"/>
                <a:gd name="connsiteY135" fmla="*/ 1000664 h 2803585"/>
                <a:gd name="connsiteX136" fmla="*/ 370936 w 4667407"/>
                <a:gd name="connsiteY136" fmla="*/ 862641 h 2803585"/>
                <a:gd name="connsiteX137" fmla="*/ 353683 w 4667407"/>
                <a:gd name="connsiteY137" fmla="*/ 793630 h 2803585"/>
                <a:gd name="connsiteX138" fmla="*/ 336430 w 4667407"/>
                <a:gd name="connsiteY138" fmla="*/ 629728 h 2803585"/>
                <a:gd name="connsiteX139" fmla="*/ 319178 w 4667407"/>
                <a:gd name="connsiteY139" fmla="*/ 483079 h 2803585"/>
                <a:gd name="connsiteX140" fmla="*/ 345057 w 4667407"/>
                <a:gd name="connsiteY140" fmla="*/ 232913 h 2803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4667407" h="2803585">
                  <a:moveTo>
                    <a:pt x="0" y="232913"/>
                  </a:moveTo>
                  <a:cubicBezTo>
                    <a:pt x="172528" y="235788"/>
                    <a:pt x="345222" y="233460"/>
                    <a:pt x="517585" y="241539"/>
                  </a:cubicBezTo>
                  <a:cubicBezTo>
                    <a:pt x="530431" y="242141"/>
                    <a:pt x="541627" y="251317"/>
                    <a:pt x="552091" y="258792"/>
                  </a:cubicBezTo>
                  <a:cubicBezTo>
                    <a:pt x="562018" y="265883"/>
                    <a:pt x="569344" y="276045"/>
                    <a:pt x="577970" y="284672"/>
                  </a:cubicBezTo>
                  <a:cubicBezTo>
                    <a:pt x="604353" y="363825"/>
                    <a:pt x="560251" y="240608"/>
                    <a:pt x="612476" y="345056"/>
                  </a:cubicBezTo>
                  <a:cubicBezTo>
                    <a:pt x="618828" y="357760"/>
                    <a:pt x="628766" y="425065"/>
                    <a:pt x="629728" y="431321"/>
                  </a:cubicBezTo>
                  <a:cubicBezTo>
                    <a:pt x="631959" y="445826"/>
                    <a:pt x="640475" y="515319"/>
                    <a:pt x="646981" y="534838"/>
                  </a:cubicBezTo>
                  <a:cubicBezTo>
                    <a:pt x="651047" y="547037"/>
                    <a:pt x="658483" y="557841"/>
                    <a:pt x="664234" y="569343"/>
                  </a:cubicBezTo>
                  <a:cubicBezTo>
                    <a:pt x="674836" y="622350"/>
                    <a:pt x="671875" y="613585"/>
                    <a:pt x="690113" y="672860"/>
                  </a:cubicBezTo>
                  <a:cubicBezTo>
                    <a:pt x="695461" y="690242"/>
                    <a:pt x="700371" y="707832"/>
                    <a:pt x="707366" y="724619"/>
                  </a:cubicBezTo>
                  <a:cubicBezTo>
                    <a:pt x="714785" y="742424"/>
                    <a:pt x="724619" y="759124"/>
                    <a:pt x="733245" y="776377"/>
                  </a:cubicBezTo>
                  <a:cubicBezTo>
                    <a:pt x="738996" y="805132"/>
                    <a:pt x="737384" y="836413"/>
                    <a:pt x="750498" y="862641"/>
                  </a:cubicBezTo>
                  <a:lnTo>
                    <a:pt x="802257" y="966158"/>
                  </a:lnTo>
                  <a:cubicBezTo>
                    <a:pt x="808008" y="977660"/>
                    <a:pt x="814734" y="988724"/>
                    <a:pt x="819510" y="1000664"/>
                  </a:cubicBezTo>
                  <a:cubicBezTo>
                    <a:pt x="825261" y="1015041"/>
                    <a:pt x="829475" y="1030133"/>
                    <a:pt x="836762" y="1043796"/>
                  </a:cubicBezTo>
                  <a:cubicBezTo>
                    <a:pt x="852542" y="1073384"/>
                    <a:pt x="877443" y="1098409"/>
                    <a:pt x="888521" y="1130060"/>
                  </a:cubicBezTo>
                  <a:lnTo>
                    <a:pt x="948906" y="1302589"/>
                  </a:lnTo>
                  <a:cubicBezTo>
                    <a:pt x="960408" y="1374476"/>
                    <a:pt x="971974" y="1446352"/>
                    <a:pt x="983412" y="1518249"/>
                  </a:cubicBezTo>
                  <a:cubicBezTo>
                    <a:pt x="992102" y="1572873"/>
                    <a:pt x="1003788" y="1627115"/>
                    <a:pt x="1009291" y="1682151"/>
                  </a:cubicBezTo>
                  <a:cubicBezTo>
                    <a:pt x="1015669" y="1745929"/>
                    <a:pt x="1011332" y="1766538"/>
                    <a:pt x="1035170" y="1820173"/>
                  </a:cubicBezTo>
                  <a:cubicBezTo>
                    <a:pt x="1039381" y="1829647"/>
                    <a:pt x="1047388" y="1836990"/>
                    <a:pt x="1052423" y="1846053"/>
                  </a:cubicBezTo>
                  <a:cubicBezTo>
                    <a:pt x="1149918" y="2021546"/>
                    <a:pt x="1005752" y="1780359"/>
                    <a:pt x="1112808" y="1940943"/>
                  </a:cubicBezTo>
                  <a:cubicBezTo>
                    <a:pt x="1119941" y="1951643"/>
                    <a:pt x="1122587" y="1964985"/>
                    <a:pt x="1130061" y="1975449"/>
                  </a:cubicBezTo>
                  <a:cubicBezTo>
                    <a:pt x="1151464" y="2005414"/>
                    <a:pt x="1176322" y="2032758"/>
                    <a:pt x="1199072" y="2061713"/>
                  </a:cubicBezTo>
                  <a:cubicBezTo>
                    <a:pt x="1207955" y="2073018"/>
                    <a:pt x="1217554" y="2083890"/>
                    <a:pt x="1224951" y="2096219"/>
                  </a:cubicBezTo>
                  <a:cubicBezTo>
                    <a:pt x="1258227" y="2151679"/>
                    <a:pt x="1240770" y="2125938"/>
                    <a:pt x="1276710" y="2173856"/>
                  </a:cubicBezTo>
                  <a:cubicBezTo>
                    <a:pt x="1279585" y="2182483"/>
                    <a:pt x="1280920" y="2191787"/>
                    <a:pt x="1285336" y="2199736"/>
                  </a:cubicBezTo>
                  <a:cubicBezTo>
                    <a:pt x="1305161" y="2235420"/>
                    <a:pt x="1323111" y="2254346"/>
                    <a:pt x="1345721" y="2286000"/>
                  </a:cubicBezTo>
                  <a:cubicBezTo>
                    <a:pt x="1351747" y="2294436"/>
                    <a:pt x="1357223" y="2303253"/>
                    <a:pt x="1362974" y="2311879"/>
                  </a:cubicBezTo>
                  <a:cubicBezTo>
                    <a:pt x="1365849" y="2320505"/>
                    <a:pt x="1369102" y="2329015"/>
                    <a:pt x="1371600" y="2337758"/>
                  </a:cubicBezTo>
                  <a:cubicBezTo>
                    <a:pt x="1374857" y="2349158"/>
                    <a:pt x="1374925" y="2361660"/>
                    <a:pt x="1380227" y="2372264"/>
                  </a:cubicBezTo>
                  <a:cubicBezTo>
                    <a:pt x="1386657" y="2385124"/>
                    <a:pt x="1399124" y="2394202"/>
                    <a:pt x="1406106" y="2406770"/>
                  </a:cubicBezTo>
                  <a:cubicBezTo>
                    <a:pt x="1413626" y="2420306"/>
                    <a:pt x="1416434" y="2436052"/>
                    <a:pt x="1423359" y="2449902"/>
                  </a:cubicBezTo>
                  <a:cubicBezTo>
                    <a:pt x="1441855" y="2486893"/>
                    <a:pt x="1439781" y="2467318"/>
                    <a:pt x="1466491" y="2501660"/>
                  </a:cubicBezTo>
                  <a:cubicBezTo>
                    <a:pt x="1479221" y="2518028"/>
                    <a:pt x="1487342" y="2537814"/>
                    <a:pt x="1500996" y="2553419"/>
                  </a:cubicBezTo>
                  <a:cubicBezTo>
                    <a:pt x="1507823" y="2561222"/>
                    <a:pt x="1519004" y="2563925"/>
                    <a:pt x="1526876" y="2570672"/>
                  </a:cubicBezTo>
                  <a:cubicBezTo>
                    <a:pt x="1539226" y="2581258"/>
                    <a:pt x="1547847" y="2596154"/>
                    <a:pt x="1561381" y="2605177"/>
                  </a:cubicBezTo>
                  <a:cubicBezTo>
                    <a:pt x="1574265" y="2613766"/>
                    <a:pt x="1590363" y="2616141"/>
                    <a:pt x="1604513" y="2622430"/>
                  </a:cubicBezTo>
                  <a:cubicBezTo>
                    <a:pt x="1616264" y="2627653"/>
                    <a:pt x="1627854" y="2633303"/>
                    <a:pt x="1639019" y="2639683"/>
                  </a:cubicBezTo>
                  <a:cubicBezTo>
                    <a:pt x="1648021" y="2644827"/>
                    <a:pt x="1655424" y="2652725"/>
                    <a:pt x="1664898" y="2656936"/>
                  </a:cubicBezTo>
                  <a:cubicBezTo>
                    <a:pt x="1705909" y="2675163"/>
                    <a:pt x="1725013" y="2675582"/>
                    <a:pt x="1768415" y="2682815"/>
                  </a:cubicBezTo>
                  <a:cubicBezTo>
                    <a:pt x="1805796" y="2679940"/>
                    <a:pt x="1844991" y="2686045"/>
                    <a:pt x="1880559" y="2674189"/>
                  </a:cubicBezTo>
                  <a:cubicBezTo>
                    <a:pt x="1907838" y="2665096"/>
                    <a:pt x="1949570" y="2622430"/>
                    <a:pt x="1949570" y="2622430"/>
                  </a:cubicBezTo>
                  <a:cubicBezTo>
                    <a:pt x="1983971" y="2519230"/>
                    <a:pt x="1943997" y="2619270"/>
                    <a:pt x="2001328" y="2527539"/>
                  </a:cubicBezTo>
                  <a:cubicBezTo>
                    <a:pt x="2006147" y="2519828"/>
                    <a:pt x="2004911" y="2509226"/>
                    <a:pt x="2009955" y="2501660"/>
                  </a:cubicBezTo>
                  <a:cubicBezTo>
                    <a:pt x="2028141" y="2474381"/>
                    <a:pt x="2058164" y="2454463"/>
                    <a:pt x="2070340" y="2424022"/>
                  </a:cubicBezTo>
                  <a:cubicBezTo>
                    <a:pt x="2076091" y="2409645"/>
                    <a:pt x="2080668" y="2394740"/>
                    <a:pt x="2087593" y="2380890"/>
                  </a:cubicBezTo>
                  <a:cubicBezTo>
                    <a:pt x="2101621" y="2352833"/>
                    <a:pt x="2132020" y="2311076"/>
                    <a:pt x="2147978" y="2286000"/>
                  </a:cubicBezTo>
                  <a:cubicBezTo>
                    <a:pt x="2156980" y="2271855"/>
                    <a:pt x="2165714" y="2257525"/>
                    <a:pt x="2173857" y="2242868"/>
                  </a:cubicBezTo>
                  <a:cubicBezTo>
                    <a:pt x="2191413" y="2211267"/>
                    <a:pt x="2193875" y="2196049"/>
                    <a:pt x="2216989" y="2165230"/>
                  </a:cubicBezTo>
                  <a:cubicBezTo>
                    <a:pt x="2250811" y="2120134"/>
                    <a:pt x="2281123" y="2092469"/>
                    <a:pt x="2320506" y="2053087"/>
                  </a:cubicBezTo>
                  <a:cubicBezTo>
                    <a:pt x="2329132" y="2035834"/>
                    <a:pt x="2335685" y="2017378"/>
                    <a:pt x="2346385" y="2001328"/>
                  </a:cubicBezTo>
                  <a:cubicBezTo>
                    <a:pt x="2358842" y="1982642"/>
                    <a:pt x="2375729" y="1967297"/>
                    <a:pt x="2389517" y="1949570"/>
                  </a:cubicBezTo>
                  <a:cubicBezTo>
                    <a:pt x="2395882" y="1941386"/>
                    <a:pt x="2401019" y="1932317"/>
                    <a:pt x="2406770" y="1923690"/>
                  </a:cubicBezTo>
                  <a:cubicBezTo>
                    <a:pt x="2424012" y="1871962"/>
                    <a:pt x="2401488" y="1920823"/>
                    <a:pt x="2458528" y="1871932"/>
                  </a:cubicBezTo>
                  <a:cubicBezTo>
                    <a:pt x="2466400" y="1865185"/>
                    <a:pt x="2469560" y="1854347"/>
                    <a:pt x="2475781" y="1846053"/>
                  </a:cubicBezTo>
                  <a:cubicBezTo>
                    <a:pt x="2495452" y="1819825"/>
                    <a:pt x="2521504" y="1797739"/>
                    <a:pt x="2536166" y="1768415"/>
                  </a:cubicBezTo>
                  <a:cubicBezTo>
                    <a:pt x="2569319" y="1702107"/>
                    <a:pt x="2548405" y="1730295"/>
                    <a:pt x="2596551" y="1682151"/>
                  </a:cubicBezTo>
                  <a:cubicBezTo>
                    <a:pt x="2602302" y="1670649"/>
                    <a:pt x="2605572" y="1657524"/>
                    <a:pt x="2613804" y="1647645"/>
                  </a:cubicBezTo>
                  <a:cubicBezTo>
                    <a:pt x="2620441" y="1639680"/>
                    <a:pt x="2633932" y="1639018"/>
                    <a:pt x="2639683" y="1630392"/>
                  </a:cubicBezTo>
                  <a:cubicBezTo>
                    <a:pt x="2646259" y="1620528"/>
                    <a:pt x="2645826" y="1607480"/>
                    <a:pt x="2648310" y="1595887"/>
                  </a:cubicBezTo>
                  <a:cubicBezTo>
                    <a:pt x="2654454" y="1567214"/>
                    <a:pt x="2658006" y="1537956"/>
                    <a:pt x="2665562" y="1509622"/>
                  </a:cubicBezTo>
                  <a:cubicBezTo>
                    <a:pt x="2669552" y="1494660"/>
                    <a:pt x="2677607" y="1481073"/>
                    <a:pt x="2682815" y="1466490"/>
                  </a:cubicBezTo>
                  <a:cubicBezTo>
                    <a:pt x="2730319" y="1333482"/>
                    <a:pt x="2684464" y="1443373"/>
                    <a:pt x="2743200" y="1311215"/>
                  </a:cubicBezTo>
                  <a:cubicBezTo>
                    <a:pt x="2765561" y="1199418"/>
                    <a:pt x="2727030" y="1360803"/>
                    <a:pt x="2820838" y="1173192"/>
                  </a:cubicBezTo>
                  <a:cubicBezTo>
                    <a:pt x="2861980" y="1090911"/>
                    <a:pt x="2811511" y="1182754"/>
                    <a:pt x="2863970" y="1112807"/>
                  </a:cubicBezTo>
                  <a:cubicBezTo>
                    <a:pt x="2874030" y="1099394"/>
                    <a:pt x="2880549" y="1083626"/>
                    <a:pt x="2889849" y="1069675"/>
                  </a:cubicBezTo>
                  <a:cubicBezTo>
                    <a:pt x="2915069" y="1031846"/>
                    <a:pt x="2967487" y="957532"/>
                    <a:pt x="2967487" y="957532"/>
                  </a:cubicBezTo>
                  <a:cubicBezTo>
                    <a:pt x="2984070" y="874614"/>
                    <a:pt x="2961496" y="953139"/>
                    <a:pt x="3010619" y="871268"/>
                  </a:cubicBezTo>
                  <a:cubicBezTo>
                    <a:pt x="3018586" y="857990"/>
                    <a:pt x="3020947" y="841986"/>
                    <a:pt x="3027872" y="828136"/>
                  </a:cubicBezTo>
                  <a:cubicBezTo>
                    <a:pt x="3071424" y="741033"/>
                    <a:pt x="3037773" y="825268"/>
                    <a:pt x="3071004" y="750498"/>
                  </a:cubicBezTo>
                  <a:cubicBezTo>
                    <a:pt x="3095439" y="695519"/>
                    <a:pt x="3073142" y="717443"/>
                    <a:pt x="3114136" y="690113"/>
                  </a:cubicBezTo>
                  <a:cubicBezTo>
                    <a:pt x="3125638" y="672860"/>
                    <a:pt x="3136201" y="654943"/>
                    <a:pt x="3148642" y="638355"/>
                  </a:cubicBezTo>
                  <a:cubicBezTo>
                    <a:pt x="3162117" y="620388"/>
                    <a:pt x="3178895" y="604995"/>
                    <a:pt x="3191774" y="586596"/>
                  </a:cubicBezTo>
                  <a:cubicBezTo>
                    <a:pt x="3250137" y="503220"/>
                    <a:pt x="3153924" y="608524"/>
                    <a:pt x="3243532" y="508958"/>
                  </a:cubicBezTo>
                  <a:cubicBezTo>
                    <a:pt x="3257134" y="493845"/>
                    <a:pt x="3273156" y="481023"/>
                    <a:pt x="3286664" y="465826"/>
                  </a:cubicBezTo>
                  <a:cubicBezTo>
                    <a:pt x="3296216" y="455080"/>
                    <a:pt x="3304187" y="443020"/>
                    <a:pt x="3312544" y="431321"/>
                  </a:cubicBezTo>
                  <a:cubicBezTo>
                    <a:pt x="3318570" y="422884"/>
                    <a:pt x="3322465" y="412772"/>
                    <a:pt x="3329796" y="405441"/>
                  </a:cubicBezTo>
                  <a:cubicBezTo>
                    <a:pt x="3342815" y="392422"/>
                    <a:pt x="3359909" y="383955"/>
                    <a:pt x="3372928" y="370936"/>
                  </a:cubicBezTo>
                  <a:cubicBezTo>
                    <a:pt x="3380259" y="363605"/>
                    <a:pt x="3383354" y="352859"/>
                    <a:pt x="3390181" y="345056"/>
                  </a:cubicBezTo>
                  <a:cubicBezTo>
                    <a:pt x="3403570" y="329754"/>
                    <a:pt x="3419924" y="317226"/>
                    <a:pt x="3433313" y="301924"/>
                  </a:cubicBezTo>
                  <a:cubicBezTo>
                    <a:pt x="3440140" y="294122"/>
                    <a:pt x="3442694" y="282792"/>
                    <a:pt x="3450566" y="276045"/>
                  </a:cubicBezTo>
                  <a:cubicBezTo>
                    <a:pt x="3463296" y="265133"/>
                    <a:pt x="3480054" y="259911"/>
                    <a:pt x="3493698" y="250166"/>
                  </a:cubicBezTo>
                  <a:cubicBezTo>
                    <a:pt x="3520377" y="231110"/>
                    <a:pt x="3548153" y="212964"/>
                    <a:pt x="3571336" y="189781"/>
                  </a:cubicBezTo>
                  <a:cubicBezTo>
                    <a:pt x="3582838" y="178279"/>
                    <a:pt x="3592308" y="164298"/>
                    <a:pt x="3605842" y="155275"/>
                  </a:cubicBezTo>
                  <a:cubicBezTo>
                    <a:pt x="3631449" y="138203"/>
                    <a:pt x="3668675" y="121302"/>
                    <a:pt x="3700732" y="112143"/>
                  </a:cubicBezTo>
                  <a:cubicBezTo>
                    <a:pt x="3712132" y="108886"/>
                    <a:pt x="3723736" y="106392"/>
                    <a:pt x="3735238" y="103517"/>
                  </a:cubicBezTo>
                  <a:cubicBezTo>
                    <a:pt x="3746740" y="97766"/>
                    <a:pt x="3758839" y="93080"/>
                    <a:pt x="3769744" y="86264"/>
                  </a:cubicBezTo>
                  <a:cubicBezTo>
                    <a:pt x="3781936" y="78644"/>
                    <a:pt x="3790978" y="65915"/>
                    <a:pt x="3804249" y="60385"/>
                  </a:cubicBezTo>
                  <a:cubicBezTo>
                    <a:pt x="3826137" y="51265"/>
                    <a:pt x="3850350" y="49242"/>
                    <a:pt x="3873261" y="43132"/>
                  </a:cubicBezTo>
                  <a:cubicBezTo>
                    <a:pt x="3893488" y="37738"/>
                    <a:pt x="3913337" y="30956"/>
                    <a:pt x="3933645" y="25879"/>
                  </a:cubicBezTo>
                  <a:cubicBezTo>
                    <a:pt x="3947870" y="22323"/>
                    <a:pt x="3962491" y="20550"/>
                    <a:pt x="3976778" y="17253"/>
                  </a:cubicBezTo>
                  <a:cubicBezTo>
                    <a:pt x="3999882" y="11921"/>
                    <a:pt x="4022785" y="5751"/>
                    <a:pt x="4045789" y="0"/>
                  </a:cubicBezTo>
                  <a:cubicBezTo>
                    <a:pt x="4146430" y="2875"/>
                    <a:pt x="4247327" y="904"/>
                    <a:pt x="4347713" y="8626"/>
                  </a:cubicBezTo>
                  <a:cubicBezTo>
                    <a:pt x="4360535" y="9612"/>
                    <a:pt x="4370468" y="20656"/>
                    <a:pt x="4382219" y="25879"/>
                  </a:cubicBezTo>
                  <a:cubicBezTo>
                    <a:pt x="4423986" y="44442"/>
                    <a:pt x="4419802" y="41745"/>
                    <a:pt x="4459857" y="51758"/>
                  </a:cubicBezTo>
                  <a:cubicBezTo>
                    <a:pt x="4468483" y="57509"/>
                    <a:pt x="4476463" y="64374"/>
                    <a:pt x="4485736" y="69011"/>
                  </a:cubicBezTo>
                  <a:cubicBezTo>
                    <a:pt x="4493869" y="73078"/>
                    <a:pt x="4502872" y="75140"/>
                    <a:pt x="4511615" y="77638"/>
                  </a:cubicBezTo>
                  <a:cubicBezTo>
                    <a:pt x="4540034" y="85758"/>
                    <a:pt x="4559614" y="88962"/>
                    <a:pt x="4589253" y="94890"/>
                  </a:cubicBezTo>
                  <a:cubicBezTo>
                    <a:pt x="4637953" y="192290"/>
                    <a:pt x="4596466" y="97585"/>
                    <a:pt x="4615132" y="327804"/>
                  </a:cubicBezTo>
                  <a:cubicBezTo>
                    <a:pt x="4618418" y="368336"/>
                    <a:pt x="4627894" y="408157"/>
                    <a:pt x="4632385" y="448573"/>
                  </a:cubicBezTo>
                  <a:cubicBezTo>
                    <a:pt x="4636525" y="485835"/>
                    <a:pt x="4638136" y="523336"/>
                    <a:pt x="4641012" y="560717"/>
                  </a:cubicBezTo>
                  <a:cubicBezTo>
                    <a:pt x="4629510" y="865517"/>
                    <a:pt x="4556363" y="1174250"/>
                    <a:pt x="4606506" y="1475117"/>
                  </a:cubicBezTo>
                  <a:cubicBezTo>
                    <a:pt x="4609381" y="1492370"/>
                    <a:pt x="4610530" y="1510001"/>
                    <a:pt x="4615132" y="1526875"/>
                  </a:cubicBezTo>
                  <a:cubicBezTo>
                    <a:pt x="4619206" y="1541814"/>
                    <a:pt x="4627488" y="1555317"/>
                    <a:pt x="4632385" y="1570007"/>
                  </a:cubicBezTo>
                  <a:cubicBezTo>
                    <a:pt x="4636134" y="1581255"/>
                    <a:pt x="4637755" y="1593113"/>
                    <a:pt x="4641012" y="1604513"/>
                  </a:cubicBezTo>
                  <a:cubicBezTo>
                    <a:pt x="4665752" y="1691103"/>
                    <a:pt x="4631310" y="1557078"/>
                    <a:pt x="4658264" y="1664898"/>
                  </a:cubicBezTo>
                  <a:cubicBezTo>
                    <a:pt x="4652513" y="2032958"/>
                    <a:pt x="4691883" y="2404506"/>
                    <a:pt x="4641012" y="2769079"/>
                  </a:cubicBezTo>
                  <a:cubicBezTo>
                    <a:pt x="4634642" y="2814734"/>
                    <a:pt x="4548623" y="2771187"/>
                    <a:pt x="4502989" y="2777706"/>
                  </a:cubicBezTo>
                  <a:cubicBezTo>
                    <a:pt x="4487660" y="2779896"/>
                    <a:pt x="4475152" y="2792543"/>
                    <a:pt x="4459857" y="2794958"/>
                  </a:cubicBezTo>
                  <a:cubicBezTo>
                    <a:pt x="4419992" y="2801252"/>
                    <a:pt x="4379344" y="2800709"/>
                    <a:pt x="4339087" y="2803585"/>
                  </a:cubicBezTo>
                  <a:lnTo>
                    <a:pt x="3873261" y="2794958"/>
                  </a:lnTo>
                  <a:cubicBezTo>
                    <a:pt x="3858607" y="2794461"/>
                    <a:pt x="3844730" y="2787659"/>
                    <a:pt x="3830128" y="2786332"/>
                  </a:cubicBezTo>
                  <a:cubicBezTo>
                    <a:pt x="3781362" y="2781899"/>
                    <a:pt x="3732362" y="2780581"/>
                    <a:pt x="3683479" y="2777706"/>
                  </a:cubicBezTo>
                  <a:cubicBezTo>
                    <a:pt x="3660475" y="2771955"/>
                    <a:pt x="3637774" y="2764823"/>
                    <a:pt x="3614468" y="2760453"/>
                  </a:cubicBezTo>
                  <a:cubicBezTo>
                    <a:pt x="3578978" y="2753798"/>
                    <a:pt x="3479444" y="2745825"/>
                    <a:pt x="3450566" y="2743200"/>
                  </a:cubicBezTo>
                  <a:cubicBezTo>
                    <a:pt x="3292415" y="2748951"/>
                    <a:pt x="3134040" y="2750264"/>
                    <a:pt x="2976113" y="2760453"/>
                  </a:cubicBezTo>
                  <a:cubicBezTo>
                    <a:pt x="2955223" y="2761801"/>
                    <a:pt x="2936606" y="2776178"/>
                    <a:pt x="2915728" y="2777706"/>
                  </a:cubicBezTo>
                  <a:cubicBezTo>
                    <a:pt x="2818181" y="2784844"/>
                    <a:pt x="2720222" y="2784538"/>
                    <a:pt x="2622430" y="2786332"/>
                  </a:cubicBezTo>
                  <a:lnTo>
                    <a:pt x="1975449" y="2794958"/>
                  </a:lnTo>
                  <a:lnTo>
                    <a:pt x="1552755" y="2786332"/>
                  </a:lnTo>
                  <a:cubicBezTo>
                    <a:pt x="1500274" y="2779971"/>
                    <a:pt x="1458815" y="2730001"/>
                    <a:pt x="1406106" y="2725947"/>
                  </a:cubicBezTo>
                  <a:lnTo>
                    <a:pt x="1293962" y="2717321"/>
                  </a:lnTo>
                  <a:cubicBezTo>
                    <a:pt x="1219200" y="2720196"/>
                    <a:pt x="1144348" y="2721280"/>
                    <a:pt x="1069676" y="2725947"/>
                  </a:cubicBezTo>
                  <a:cubicBezTo>
                    <a:pt x="1052219" y="2727038"/>
                    <a:pt x="1035386" y="2733700"/>
                    <a:pt x="1017917" y="2734573"/>
                  </a:cubicBezTo>
                  <a:cubicBezTo>
                    <a:pt x="920231" y="2739457"/>
                    <a:pt x="822385" y="2740324"/>
                    <a:pt x="724619" y="2743200"/>
                  </a:cubicBezTo>
                  <a:cubicBezTo>
                    <a:pt x="636835" y="2778314"/>
                    <a:pt x="715646" y="2751864"/>
                    <a:pt x="560717" y="2769079"/>
                  </a:cubicBezTo>
                  <a:cubicBezTo>
                    <a:pt x="548934" y="2770388"/>
                    <a:pt x="537949" y="2776029"/>
                    <a:pt x="526212" y="2777706"/>
                  </a:cubicBezTo>
                  <a:cubicBezTo>
                    <a:pt x="497604" y="2781793"/>
                    <a:pt x="468702" y="2783457"/>
                    <a:pt x="439947" y="2786332"/>
                  </a:cubicBezTo>
                  <a:cubicBezTo>
                    <a:pt x="267180" y="2736970"/>
                    <a:pt x="357285" y="2783784"/>
                    <a:pt x="388189" y="2406770"/>
                  </a:cubicBezTo>
                  <a:cubicBezTo>
                    <a:pt x="392750" y="2351125"/>
                    <a:pt x="412580" y="2297776"/>
                    <a:pt x="422695" y="2242868"/>
                  </a:cubicBezTo>
                  <a:cubicBezTo>
                    <a:pt x="448521" y="2102672"/>
                    <a:pt x="446442" y="2102423"/>
                    <a:pt x="457200" y="1984075"/>
                  </a:cubicBezTo>
                  <a:cubicBezTo>
                    <a:pt x="451449" y="1834551"/>
                    <a:pt x="447546" y="1684944"/>
                    <a:pt x="439947" y="1535502"/>
                  </a:cubicBezTo>
                  <a:cubicBezTo>
                    <a:pt x="438914" y="1515196"/>
                    <a:pt x="432823" y="1495394"/>
                    <a:pt x="431321" y="1475117"/>
                  </a:cubicBezTo>
                  <a:cubicBezTo>
                    <a:pt x="419333" y="1313275"/>
                    <a:pt x="426856" y="1309393"/>
                    <a:pt x="414068" y="1155939"/>
                  </a:cubicBezTo>
                  <a:cubicBezTo>
                    <a:pt x="410294" y="1110656"/>
                    <a:pt x="394218" y="1041360"/>
                    <a:pt x="388189" y="1000664"/>
                  </a:cubicBezTo>
                  <a:cubicBezTo>
                    <a:pt x="381394" y="954799"/>
                    <a:pt x="378559" y="908376"/>
                    <a:pt x="370936" y="862641"/>
                  </a:cubicBezTo>
                  <a:cubicBezTo>
                    <a:pt x="367038" y="839252"/>
                    <a:pt x="358333" y="816881"/>
                    <a:pt x="353683" y="793630"/>
                  </a:cubicBezTo>
                  <a:cubicBezTo>
                    <a:pt x="343660" y="743514"/>
                    <a:pt x="340786" y="677648"/>
                    <a:pt x="336430" y="629728"/>
                  </a:cubicBezTo>
                  <a:cubicBezTo>
                    <a:pt x="328442" y="541860"/>
                    <a:pt x="330018" y="558965"/>
                    <a:pt x="319178" y="483079"/>
                  </a:cubicBezTo>
                  <a:cubicBezTo>
                    <a:pt x="345692" y="244450"/>
                    <a:pt x="345057" y="328281"/>
                    <a:pt x="345057" y="232913"/>
                  </a:cubicBezTo>
                </a:path>
              </a:pathLst>
            </a:custGeom>
            <a:gradFill>
              <a:gsLst>
                <a:gs pos="32000">
                  <a:srgbClr val="33CCFF">
                    <a:tint val="66000"/>
                    <a:satMod val="160000"/>
                    <a:alpha val="85000"/>
                  </a:srgbClr>
                </a:gs>
                <a:gs pos="76000">
                  <a:srgbClr val="00B0F0">
                    <a:alpha val="42000"/>
                  </a:srgbClr>
                </a:gs>
                <a:gs pos="0">
                  <a:srgbClr val="33CCFF">
                    <a:tint val="23500"/>
                    <a:satMod val="160000"/>
                  </a:srgb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39" name="Straight Arrow Connector 138">
              <a:extLst>
                <a:ext uri="{FF2B5EF4-FFF2-40B4-BE49-F238E27FC236}">
                  <a16:creationId xmlns:a16="http://schemas.microsoft.com/office/drawing/2014/main" id="{79BF38CF-1120-5624-872F-0E0379CDF147}"/>
                </a:ext>
              </a:extLst>
            </p:cNvPr>
            <p:cNvCxnSpPr>
              <a:cxnSpLocks/>
            </p:cNvCxnSpPr>
            <p:nvPr/>
          </p:nvCxnSpPr>
          <p:spPr>
            <a:xfrm>
              <a:off x="18136052" y="12813695"/>
              <a:ext cx="0" cy="2294627"/>
            </a:xfrm>
            <a:prstGeom prst="straightConnector1">
              <a:avLst/>
            </a:prstGeom>
            <a:ln>
              <a:solidFill>
                <a:schemeClr val="tx1"/>
              </a:solidFill>
              <a:headEnd type="triangle"/>
              <a:tailEnd type="triangle"/>
            </a:ln>
            <a:effectLst>
              <a:glow rad="63500">
                <a:schemeClr val="tx1">
                  <a:alpha val="27000"/>
                </a:schemeClr>
              </a:glow>
            </a:effectLst>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140" name="TextBox 139">
                  <a:extLst>
                    <a:ext uri="{FF2B5EF4-FFF2-40B4-BE49-F238E27FC236}">
                      <a16:creationId xmlns:a16="http://schemas.microsoft.com/office/drawing/2014/main" id="{A3243404-36A7-C876-0A89-A48EDDD3D16D}"/>
                    </a:ext>
                  </a:extLst>
                </p:cNvPr>
                <p:cNvSpPr txBox="1"/>
                <p:nvPr/>
              </p:nvSpPr>
              <p:spPr>
                <a:xfrm>
                  <a:off x="18136052" y="13691544"/>
                  <a:ext cx="55209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1800" smtClean="0">
                            <a:latin typeface="Cambria Math" panose="02040503050406030204" pitchFamily="18" charset="0"/>
                          </a:rPr>
                          <m:t>Δ</m:t>
                        </m:r>
                        <m:r>
                          <a:rPr lang="en-US" sz="1800" b="0" i="1" smtClean="0">
                            <a:latin typeface="Cambria Math" panose="02040503050406030204" pitchFamily="18" charset="0"/>
                          </a:rPr>
                          <m:t>h</m:t>
                        </m:r>
                      </m:oMath>
                    </m:oMathPara>
                  </a14:m>
                  <a:endParaRPr lang="en-US" sz="1800" dirty="0"/>
                </a:p>
              </p:txBody>
            </p:sp>
          </mc:Choice>
          <mc:Fallback xmlns="">
            <p:sp>
              <p:nvSpPr>
                <p:cNvPr id="140" name="TextBox 139">
                  <a:extLst>
                    <a:ext uri="{FF2B5EF4-FFF2-40B4-BE49-F238E27FC236}">
                      <a16:creationId xmlns:a16="http://schemas.microsoft.com/office/drawing/2014/main" id="{A3243404-36A7-C876-0A89-A48EDDD3D16D}"/>
                    </a:ext>
                  </a:extLst>
                </p:cNvPr>
                <p:cNvSpPr txBox="1">
                  <a:spLocks noRot="1" noChangeAspect="1" noMove="1" noResize="1" noEditPoints="1" noAdjustHandles="1" noChangeArrowheads="1" noChangeShapeType="1" noTextEdit="1"/>
                </p:cNvSpPr>
                <p:nvPr/>
              </p:nvSpPr>
              <p:spPr>
                <a:xfrm>
                  <a:off x="18136052" y="13691544"/>
                  <a:ext cx="552090" cy="369332"/>
                </a:xfrm>
                <a:prstGeom prst="rect">
                  <a:avLst/>
                </a:prstGeom>
                <a:blipFill>
                  <a:blip r:embed="rId13"/>
                  <a:stretch>
                    <a:fillRect/>
                  </a:stretch>
                </a:blipFill>
              </p:spPr>
              <p:txBody>
                <a:bodyPr/>
                <a:lstStyle/>
                <a:p>
                  <a:r>
                    <a:rPr lang="en-US">
                      <a:noFill/>
                    </a:rPr>
                    <a:t> </a:t>
                  </a:r>
                </a:p>
              </p:txBody>
            </p:sp>
          </mc:Fallback>
        </mc:AlternateContent>
      </p:grpSp>
      <p:grpSp>
        <p:nvGrpSpPr>
          <p:cNvPr id="6" name="Group 5">
            <a:extLst>
              <a:ext uri="{FF2B5EF4-FFF2-40B4-BE49-F238E27FC236}">
                <a16:creationId xmlns:a16="http://schemas.microsoft.com/office/drawing/2014/main" id="{69E67A55-016C-F6A7-A5C8-9231FF489751}"/>
              </a:ext>
            </a:extLst>
          </p:cNvPr>
          <p:cNvGrpSpPr/>
          <p:nvPr/>
        </p:nvGrpSpPr>
        <p:grpSpPr>
          <a:xfrm>
            <a:off x="18714968" y="17415648"/>
            <a:ext cx="4717248" cy="2610068"/>
            <a:chOff x="16687077" y="17343988"/>
            <a:chExt cx="6134122" cy="2807434"/>
          </a:xfrm>
        </p:grpSpPr>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EC2E372B-34E5-32E8-7E93-2CC557A1D91F}"/>
                    </a:ext>
                  </a:extLst>
                </p:cNvPr>
                <p:cNvSpPr txBox="1"/>
                <p:nvPr/>
              </p:nvSpPr>
              <p:spPr>
                <a:xfrm>
                  <a:off x="17930035" y="17343988"/>
                  <a:ext cx="3286502" cy="5511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sz="2600" i="1" smtClean="0">
                                <a:latin typeface="Cambria Math" panose="02040503050406030204" pitchFamily="18" charset="0"/>
                              </a:rPr>
                            </m:ctrlPr>
                          </m:funcPr>
                          <m:fName>
                            <m:r>
                              <m:rPr>
                                <m:sty m:val="p"/>
                              </m:rPr>
                              <a:rPr lang="en-US" sz="2600">
                                <a:latin typeface="Cambria Math" panose="02040503050406030204" pitchFamily="18" charset="0"/>
                              </a:rPr>
                              <m:t>Δ</m:t>
                            </m:r>
                            <m:r>
                              <a:rPr lang="en-US" sz="2600" i="1">
                                <a:latin typeface="Cambria Math" panose="02040503050406030204" pitchFamily="18" charset="0"/>
                              </a:rPr>
                              <m:t>𝜃</m:t>
                            </m:r>
                          </m:fName>
                          <m:e>
                            <m:r>
                              <a:rPr lang="en-US" sz="2600" i="1">
                                <a:latin typeface="Cambria Math" panose="02040503050406030204" pitchFamily="18" charset="0"/>
                                <a:ea typeface="Cambria Math" panose="02040503050406030204" pitchFamily="18" charset="0"/>
                              </a:rPr>
                              <m:t>≈</m:t>
                            </m:r>
                            <m:func>
                              <m:funcPr>
                                <m:ctrlPr>
                                  <a:rPr lang="en-US" sz="2600" b="0" i="1" smtClean="0">
                                    <a:latin typeface="Cambria Math" panose="02040503050406030204" pitchFamily="18" charset="0"/>
                                  </a:rPr>
                                </m:ctrlPr>
                              </m:funcPr>
                              <m:fName>
                                <m:r>
                                  <m:rPr>
                                    <m:sty m:val="p"/>
                                  </m:rPr>
                                  <a:rPr lang="en-US" sz="2600" b="0" i="0" smtClean="0">
                                    <a:latin typeface="Cambria Math" panose="02040503050406030204" pitchFamily="18" charset="0"/>
                                  </a:rPr>
                                  <m:t>tan</m:t>
                                </m:r>
                              </m:fName>
                              <m:e>
                                <m:r>
                                  <m:rPr>
                                    <m:sty m:val="p"/>
                                  </m:rPr>
                                  <a:rPr lang="en-US" sz="2600">
                                    <a:latin typeface="Cambria Math" panose="02040503050406030204" pitchFamily="18" charset="0"/>
                                  </a:rPr>
                                  <m:t>Δ</m:t>
                                </m:r>
                                <m:r>
                                  <a:rPr lang="en-US" sz="2600" i="1">
                                    <a:latin typeface="Cambria Math" panose="02040503050406030204" pitchFamily="18" charset="0"/>
                                  </a:rPr>
                                  <m:t>𝜃</m:t>
                                </m:r>
                              </m:e>
                            </m:func>
                            <m:r>
                              <a:rPr lang="en-US" sz="2600" b="0" i="1" smtClean="0">
                                <a:latin typeface="Cambria Math" panose="02040503050406030204" pitchFamily="18" charset="0"/>
                              </a:rPr>
                              <m:t>=</m:t>
                            </m:r>
                            <m:r>
                              <a:rPr lang="en-US" sz="2600" b="0" i="1" smtClean="0">
                                <a:latin typeface="Cambria Math" panose="02040503050406030204" pitchFamily="18" charset="0"/>
                              </a:rPr>
                              <m:t>𝑠𝑙𝑜𝑝𝑒</m:t>
                            </m:r>
                            <m:r>
                              <a:rPr lang="en-US" sz="2600" b="0" i="1" smtClean="0">
                                <a:latin typeface="Cambria Math" panose="02040503050406030204" pitchFamily="18" charset="0"/>
                              </a:rPr>
                              <m:t> </m:t>
                            </m:r>
                          </m:e>
                        </m:func>
                      </m:oMath>
                    </m:oMathPara>
                  </a14:m>
                  <a:endParaRPr lang="en-US" sz="2600" dirty="0"/>
                </a:p>
              </p:txBody>
            </p:sp>
          </mc:Choice>
          <mc:Fallback xmlns="">
            <p:sp>
              <p:nvSpPr>
                <p:cNvPr id="147" name="TextBox 146">
                  <a:extLst>
                    <a:ext uri="{FF2B5EF4-FFF2-40B4-BE49-F238E27FC236}">
                      <a16:creationId xmlns:a16="http://schemas.microsoft.com/office/drawing/2014/main" id="{EC2E372B-34E5-32E8-7E93-2CC557A1D91F}"/>
                    </a:ext>
                  </a:extLst>
                </p:cNvPr>
                <p:cNvSpPr txBox="1">
                  <a:spLocks noRot="1" noChangeAspect="1" noMove="1" noResize="1" noEditPoints="1" noAdjustHandles="1" noChangeArrowheads="1" noChangeShapeType="1" noTextEdit="1"/>
                </p:cNvSpPr>
                <p:nvPr/>
              </p:nvSpPr>
              <p:spPr>
                <a:xfrm>
                  <a:off x="17930035" y="17343988"/>
                  <a:ext cx="3286502" cy="551120"/>
                </a:xfrm>
                <a:prstGeom prst="rect">
                  <a:avLst/>
                </a:prstGeom>
                <a:blipFill>
                  <a:blip r:embed="rId14"/>
                  <a:stretch>
                    <a:fillRect r="-193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3CC51EE9-DCC0-2D32-A9C8-B7974A75EBB4}"/>
                    </a:ext>
                  </a:extLst>
                </p:cNvPr>
                <p:cNvSpPr txBox="1"/>
                <p:nvPr/>
              </p:nvSpPr>
              <p:spPr>
                <a:xfrm>
                  <a:off x="17702713" y="19070064"/>
                  <a:ext cx="3741147" cy="10813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600" i="1" smtClean="0">
                            <a:latin typeface="Cambria Math" panose="02040503050406030204" pitchFamily="18" charset="0"/>
                          </a:rPr>
                          <m:t>𝜒</m:t>
                        </m:r>
                        <m:r>
                          <a:rPr lang="en-US" sz="2600" b="0" i="1" smtClean="0">
                            <a:latin typeface="Cambria Math" panose="02040503050406030204" pitchFamily="18" charset="0"/>
                          </a:rPr>
                          <m:t>= </m:t>
                        </m:r>
                        <m:f>
                          <m:fPr>
                            <m:ctrlPr>
                              <a:rPr lang="en-US" sz="2600" b="0" i="1" smtClean="0">
                                <a:latin typeface="Cambria Math" panose="02040503050406030204" pitchFamily="18" charset="0"/>
                              </a:rPr>
                            </m:ctrlPr>
                          </m:fPr>
                          <m:num>
                            <m:sSup>
                              <m:sSupPr>
                                <m:ctrlPr>
                                  <a:rPr lang="en-US" sz="2600" i="1" smtClean="0">
                                    <a:latin typeface="Cambria Math" panose="02040503050406030204" pitchFamily="18" charset="0"/>
                                  </a:rPr>
                                </m:ctrlPr>
                              </m:sSupPr>
                              <m:e>
                                <m:r>
                                  <a:rPr lang="en-US" sz="2600" b="0" i="1" smtClean="0">
                                    <a:latin typeface="Cambria Math" panose="02040503050406030204" pitchFamily="18" charset="0"/>
                                  </a:rPr>
                                  <m:t>𝐵</m:t>
                                </m:r>
                              </m:e>
                              <m:sup>
                                <m:r>
                                  <a:rPr lang="en-US" sz="2600" b="0" i="1" smtClean="0">
                                    <a:latin typeface="Cambria Math" panose="02040503050406030204" pitchFamily="18" charset="0"/>
                                  </a:rPr>
                                  <m:t>2</m:t>
                                </m:r>
                              </m:sup>
                            </m:sSup>
                          </m:num>
                          <m:den>
                            <m:r>
                              <a:rPr lang="en-US" sz="2600" b="0" i="1" smtClean="0">
                                <a:latin typeface="Cambria Math" panose="02040503050406030204" pitchFamily="18" charset="0"/>
                              </a:rPr>
                              <m:t>2</m:t>
                            </m:r>
                            <m:sSub>
                              <m:sSubPr>
                                <m:ctrlPr>
                                  <a:rPr lang="en-US" sz="2600" i="1">
                                    <a:latin typeface="Cambria Math" panose="02040503050406030204" pitchFamily="18" charset="0"/>
                                  </a:rPr>
                                </m:ctrlPr>
                              </m:sSubPr>
                              <m:e>
                                <m:r>
                                  <a:rPr lang="en-US" sz="2600" i="1">
                                    <a:latin typeface="Cambria Math" panose="02040503050406030204" pitchFamily="18" charset="0"/>
                                  </a:rPr>
                                  <m:t>𝜇</m:t>
                                </m:r>
                              </m:e>
                              <m:sub>
                                <m:r>
                                  <a:rPr lang="en-US" sz="2600" i="1">
                                    <a:latin typeface="Cambria Math" panose="02040503050406030204" pitchFamily="18" charset="0"/>
                                  </a:rPr>
                                  <m:t>0</m:t>
                                </m:r>
                              </m:sub>
                            </m:sSub>
                            <m:r>
                              <a:rPr lang="en-US" sz="2600" b="0" i="1" smtClean="0">
                                <a:latin typeface="Cambria Math" panose="02040503050406030204" pitchFamily="18" charset="0"/>
                              </a:rPr>
                              <m:t>𝜌</m:t>
                            </m:r>
                            <m:r>
                              <a:rPr lang="en-US" sz="2600" b="0" i="1" smtClean="0">
                                <a:latin typeface="Cambria Math" panose="02040503050406030204" pitchFamily="18" charset="0"/>
                              </a:rPr>
                              <m:t>𝑔</m:t>
                            </m:r>
                            <m:r>
                              <a:rPr lang="en-US" sz="2600" b="0" i="1" smtClean="0">
                                <a:latin typeface="Cambria Math" panose="02040503050406030204" pitchFamily="18" charset="0"/>
                              </a:rPr>
                              <m:t>(</m:t>
                            </m:r>
                            <m:r>
                              <m:rPr>
                                <m:sty m:val="p"/>
                              </m:rPr>
                              <a:rPr lang="en-US" sz="2600">
                                <a:latin typeface="Cambria Math" panose="02040503050406030204" pitchFamily="18" charset="0"/>
                              </a:rPr>
                              <m:t>Δ</m:t>
                            </m:r>
                            <m:r>
                              <a:rPr lang="en-US" sz="2600" i="1">
                                <a:latin typeface="Cambria Math" panose="02040503050406030204" pitchFamily="18" charset="0"/>
                              </a:rPr>
                              <m:t>h</m:t>
                            </m:r>
                            <m:r>
                              <a:rPr lang="en-US" sz="2600" b="0" i="1" smtClean="0">
                                <a:latin typeface="Cambria Math" panose="02040503050406030204" pitchFamily="18" charset="0"/>
                              </a:rPr>
                              <m:t>)</m:t>
                            </m:r>
                          </m:den>
                        </m:f>
                      </m:oMath>
                    </m:oMathPara>
                  </a14:m>
                  <a:endParaRPr lang="en-US" sz="2600" dirty="0"/>
                </a:p>
              </p:txBody>
            </p:sp>
          </mc:Choice>
          <mc:Fallback xmlns="">
            <p:sp>
              <p:nvSpPr>
                <p:cNvPr id="148" name="TextBox 147">
                  <a:extLst>
                    <a:ext uri="{FF2B5EF4-FFF2-40B4-BE49-F238E27FC236}">
                      <a16:creationId xmlns:a16="http://schemas.microsoft.com/office/drawing/2014/main" id="{3CC51EE9-DCC0-2D32-A9C8-B7974A75EBB4}"/>
                    </a:ext>
                  </a:extLst>
                </p:cNvPr>
                <p:cNvSpPr txBox="1">
                  <a:spLocks noRot="1" noChangeAspect="1" noMove="1" noResize="1" noEditPoints="1" noAdjustHandles="1" noChangeArrowheads="1" noChangeShapeType="1" noTextEdit="1"/>
                </p:cNvSpPr>
                <p:nvPr/>
              </p:nvSpPr>
              <p:spPr>
                <a:xfrm>
                  <a:off x="17702713" y="19070064"/>
                  <a:ext cx="3741147" cy="1081358"/>
                </a:xfrm>
                <a:prstGeom prst="rect">
                  <a:avLst/>
                </a:prstGeom>
                <a:blipFill>
                  <a:blip r:embed="rId15"/>
                  <a:stretch>
                    <a:fillRect/>
                  </a:stretch>
                </a:blipFill>
              </p:spPr>
              <p:txBody>
                <a:bodyPr/>
                <a:lstStyle/>
                <a:p>
                  <a:r>
                    <a:rPr lang="en-US">
                      <a:noFill/>
                    </a:rPr>
                    <a:t> </a:t>
                  </a:r>
                </a:p>
              </p:txBody>
            </p:sp>
          </mc:Fallback>
        </mc:AlternateContent>
        <p:sp>
          <p:nvSpPr>
            <p:cNvPr id="149" name="TextBox 148">
              <a:extLst>
                <a:ext uri="{FF2B5EF4-FFF2-40B4-BE49-F238E27FC236}">
                  <a16:creationId xmlns:a16="http://schemas.microsoft.com/office/drawing/2014/main" id="{86861B2D-0CA7-47B7-7F09-95BD253582C1}"/>
                </a:ext>
              </a:extLst>
            </p:cNvPr>
            <p:cNvSpPr txBox="1"/>
            <p:nvPr/>
          </p:nvSpPr>
          <p:spPr>
            <a:xfrm>
              <a:off x="16687077" y="18244803"/>
              <a:ext cx="2108740" cy="998904"/>
            </a:xfrm>
            <a:prstGeom prst="rect">
              <a:avLst/>
            </a:prstGeom>
            <a:noFill/>
          </p:spPr>
          <p:txBody>
            <a:bodyPr wrap="square">
              <a:spAutoFit/>
            </a:bodyPr>
            <a:lstStyle/>
            <a:p>
              <a:r>
                <a:rPr lang="en-US" sz="2600" dirty="0"/>
                <a:t>Slope of a function</a:t>
              </a:r>
            </a:p>
          </p:txBody>
        </p:sp>
        <p:sp>
          <p:nvSpPr>
            <p:cNvPr id="150" name="TextBox 149">
              <a:extLst>
                <a:ext uri="{FF2B5EF4-FFF2-40B4-BE49-F238E27FC236}">
                  <a16:creationId xmlns:a16="http://schemas.microsoft.com/office/drawing/2014/main" id="{2566AD26-61B6-9B3F-D262-3E8D1A79EB37}"/>
                </a:ext>
              </a:extLst>
            </p:cNvPr>
            <p:cNvSpPr txBox="1"/>
            <p:nvPr/>
          </p:nvSpPr>
          <p:spPr>
            <a:xfrm>
              <a:off x="20885956" y="18355727"/>
              <a:ext cx="1935243" cy="551120"/>
            </a:xfrm>
            <a:prstGeom prst="rect">
              <a:avLst/>
            </a:prstGeom>
            <a:noFill/>
          </p:spPr>
          <p:txBody>
            <a:bodyPr wrap="square">
              <a:spAutoFit/>
            </a:bodyPr>
            <a:lstStyle/>
            <a:p>
              <a:r>
                <a:rPr lang="en-US" sz="2600" dirty="0"/>
                <a:t>Function</a:t>
              </a:r>
            </a:p>
          </p:txBody>
        </p:sp>
        <p:sp>
          <p:nvSpPr>
            <p:cNvPr id="151" name="Arrow: Right 150">
              <a:extLst>
                <a:ext uri="{FF2B5EF4-FFF2-40B4-BE49-F238E27FC236}">
                  <a16:creationId xmlns:a16="http://schemas.microsoft.com/office/drawing/2014/main" id="{7301CA3B-299D-D8FC-D3CE-DACCED228960}"/>
                </a:ext>
              </a:extLst>
            </p:cNvPr>
            <p:cNvSpPr/>
            <p:nvPr/>
          </p:nvSpPr>
          <p:spPr>
            <a:xfrm>
              <a:off x="18950710" y="18684587"/>
              <a:ext cx="1935244" cy="51167"/>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600" dirty="0">
                <a:ln w="0"/>
                <a:solidFill>
                  <a:schemeClr val="tx1"/>
                </a:solidFill>
                <a:effectLst>
                  <a:outerShdw blurRad="38100" dist="19050" dir="2700000" algn="tl" rotWithShape="0">
                    <a:schemeClr val="dk1">
                      <a:alpha val="40000"/>
                    </a:schemeClr>
                  </a:outerShdw>
                </a:effectLst>
              </a:endParaRPr>
            </a:p>
          </p:txBody>
        </p:sp>
        <p:sp>
          <p:nvSpPr>
            <p:cNvPr id="152" name="TextBox 151">
              <a:extLst>
                <a:ext uri="{FF2B5EF4-FFF2-40B4-BE49-F238E27FC236}">
                  <a16:creationId xmlns:a16="http://schemas.microsoft.com/office/drawing/2014/main" id="{97F13BA1-EE3D-F2B2-5F66-539596E71028}"/>
                </a:ext>
              </a:extLst>
            </p:cNvPr>
            <p:cNvSpPr txBox="1"/>
            <p:nvPr/>
          </p:nvSpPr>
          <p:spPr>
            <a:xfrm>
              <a:off x="18898740" y="18169249"/>
              <a:ext cx="1944837" cy="551120"/>
            </a:xfrm>
            <a:prstGeom prst="rect">
              <a:avLst/>
            </a:prstGeom>
            <a:noFill/>
          </p:spPr>
          <p:txBody>
            <a:bodyPr wrap="square">
              <a:spAutoFit/>
            </a:bodyPr>
            <a:lstStyle/>
            <a:p>
              <a:r>
                <a:rPr lang="en-US" sz="2600" dirty="0"/>
                <a:t>Integrate</a:t>
              </a:r>
            </a:p>
          </p:txBody>
        </p:sp>
      </p:grpSp>
      <p:sp>
        <p:nvSpPr>
          <p:cNvPr id="154" name="Google Shape;63;p1">
            <a:extLst>
              <a:ext uri="{FF2B5EF4-FFF2-40B4-BE49-F238E27FC236}">
                <a16:creationId xmlns:a16="http://schemas.microsoft.com/office/drawing/2014/main" id="{DB03CF6C-6885-8EAA-7D71-AD0BEBEE22B2}"/>
              </a:ext>
            </a:extLst>
          </p:cNvPr>
          <p:cNvSpPr/>
          <p:nvPr/>
        </p:nvSpPr>
        <p:spPr>
          <a:xfrm>
            <a:off x="23692572" y="18998667"/>
            <a:ext cx="8978900" cy="1352083"/>
          </a:xfrm>
          <a:prstGeom prst="rect">
            <a:avLst/>
          </a:prstGeom>
          <a:noFill/>
          <a:ln w="9525" cap="flat" cmpd="sng">
            <a:solidFill>
              <a:schemeClr val="dk1"/>
            </a:solidFill>
            <a:prstDash val="solid"/>
            <a:miter lim="800000"/>
            <a:headEnd type="none" w="sm" len="sm"/>
            <a:tailEnd type="none" w="sm" len="sm"/>
          </a:ln>
        </p:spPr>
        <p:txBody>
          <a:bodyPr spcFirstLastPara="1" wrap="square" lIns="287600" tIns="143800" rIns="287600" bIns="143800" anchor="t" anchorCtr="0">
            <a:noAutofit/>
          </a:bodyPr>
          <a:lstStyle/>
          <a:p>
            <a:pPr marL="384157" indent="-384157"/>
            <a:endParaRPr sz="2400" dirty="0">
              <a:solidFill>
                <a:schemeClr val="dk1"/>
              </a:solidFill>
            </a:endParaRPr>
          </a:p>
        </p:txBody>
      </p:sp>
      <p:sp>
        <p:nvSpPr>
          <p:cNvPr id="155" name="Google Shape;64;p1">
            <a:extLst>
              <a:ext uri="{FF2B5EF4-FFF2-40B4-BE49-F238E27FC236}">
                <a16:creationId xmlns:a16="http://schemas.microsoft.com/office/drawing/2014/main" id="{55FFAEA4-E0EF-80D6-5BD9-A9F8AE889863}"/>
              </a:ext>
            </a:extLst>
          </p:cNvPr>
          <p:cNvSpPr txBox="1"/>
          <p:nvPr/>
        </p:nvSpPr>
        <p:spPr>
          <a:xfrm>
            <a:off x="23668777" y="18142335"/>
            <a:ext cx="8979000" cy="856332"/>
          </a:xfrm>
          <a:prstGeom prst="rect">
            <a:avLst/>
          </a:prstGeom>
          <a:solidFill>
            <a:schemeClr val="accent4"/>
          </a:solidFill>
          <a:ln w="9525" cap="flat" cmpd="sng">
            <a:solidFill>
              <a:schemeClr val="dk1"/>
            </a:solidFill>
            <a:prstDash val="solid"/>
            <a:miter lim="800000"/>
            <a:headEnd type="none" w="sm" len="sm"/>
            <a:tailEnd type="none" w="sm" len="sm"/>
          </a:ln>
        </p:spPr>
        <p:txBody>
          <a:bodyPr spcFirstLastPara="1" wrap="square" lIns="86050" tIns="43025" rIns="86050" bIns="43025" anchor="t" anchorCtr="0">
            <a:spAutoFit/>
          </a:bodyPr>
          <a:lstStyle/>
          <a:p>
            <a:pPr algn="ctr"/>
            <a:r>
              <a:rPr lang="en-US" sz="5000" dirty="0">
                <a:solidFill>
                  <a:schemeClr val="lt1"/>
                </a:solidFill>
              </a:rPr>
              <a:t>Acknowledgement</a:t>
            </a:r>
            <a:endParaRPr sz="5000" dirty="0">
              <a:solidFill>
                <a:schemeClr val="dk1"/>
              </a:solidFill>
            </a:endParaRPr>
          </a:p>
        </p:txBody>
      </p:sp>
      <p:sp>
        <p:nvSpPr>
          <p:cNvPr id="157" name="Google Shape;67;p1">
            <a:extLst>
              <a:ext uri="{FF2B5EF4-FFF2-40B4-BE49-F238E27FC236}">
                <a16:creationId xmlns:a16="http://schemas.microsoft.com/office/drawing/2014/main" id="{261A2DFB-CBF5-A6B5-BE11-CB5F730F18AE}"/>
              </a:ext>
            </a:extLst>
          </p:cNvPr>
          <p:cNvSpPr txBox="1"/>
          <p:nvPr/>
        </p:nvSpPr>
        <p:spPr>
          <a:xfrm>
            <a:off x="23701372" y="19340101"/>
            <a:ext cx="8957310" cy="856332"/>
          </a:xfrm>
          <a:prstGeom prst="rect">
            <a:avLst/>
          </a:prstGeom>
          <a:noFill/>
          <a:ln>
            <a:noFill/>
          </a:ln>
        </p:spPr>
        <p:txBody>
          <a:bodyPr spcFirstLastPara="1" wrap="square" lIns="91425" tIns="45700" rIns="91425" bIns="45700" anchor="t" anchorCtr="0">
            <a:noAutofit/>
          </a:bodyPr>
          <a:lstStyle/>
          <a:p>
            <a:pPr marL="342900" indent="-342900">
              <a:buFont typeface="Arial" panose="020B0604020202020204" pitchFamily="34" charset="0"/>
              <a:buChar char="•"/>
            </a:pPr>
            <a:endParaRPr lang="en-US" sz="2400" dirty="0"/>
          </a:p>
        </p:txBody>
      </p:sp>
      <p:sp>
        <p:nvSpPr>
          <p:cNvPr id="158" name="Google Shape;67;p1">
            <a:extLst>
              <a:ext uri="{FF2B5EF4-FFF2-40B4-BE49-F238E27FC236}">
                <a16:creationId xmlns:a16="http://schemas.microsoft.com/office/drawing/2014/main" id="{4A3E94B6-D6EB-676E-0D87-7622DC06542D}"/>
              </a:ext>
            </a:extLst>
          </p:cNvPr>
          <p:cNvSpPr txBox="1"/>
          <p:nvPr/>
        </p:nvSpPr>
        <p:spPr>
          <a:xfrm>
            <a:off x="23879076" y="19042904"/>
            <a:ext cx="8866859" cy="1229107"/>
          </a:xfrm>
          <a:prstGeom prst="rect">
            <a:avLst/>
          </a:prstGeom>
          <a:noFill/>
          <a:ln>
            <a:noFill/>
          </a:ln>
        </p:spPr>
        <p:txBody>
          <a:bodyPr spcFirstLastPara="1" wrap="square" lIns="91425" tIns="45700" rIns="91425" bIns="45700" anchor="t" anchorCtr="0">
            <a:noAutofit/>
          </a:bodyPr>
          <a:lstStyle/>
          <a:p>
            <a:pPr marL="457200" indent="-457200">
              <a:buFont typeface="Arial" panose="020B0604020202020204" pitchFamily="34" charset="0"/>
              <a:buChar char="•"/>
            </a:pPr>
            <a:r>
              <a:rPr lang="en-US" sz="2600" b="0" i="0" dirty="0">
                <a:solidFill>
                  <a:schemeClr val="tx1"/>
                </a:solidFill>
                <a:effectLst/>
                <a:latin typeface="+mj-lt"/>
              </a:rPr>
              <a:t>Thanks to the MXP faculty for (esp. TA Joe </a:t>
            </a:r>
            <a:r>
              <a:rPr lang="en-US" sz="2600" b="0" i="0" dirty="0" err="1">
                <a:solidFill>
                  <a:schemeClr val="tx1"/>
                </a:solidFill>
                <a:effectLst/>
                <a:latin typeface="+mj-lt"/>
              </a:rPr>
              <a:t>Gehrke</a:t>
            </a:r>
            <a:r>
              <a:rPr lang="en-US" sz="2600" b="0" i="0" dirty="0">
                <a:solidFill>
                  <a:schemeClr val="tx1"/>
                </a:solidFill>
                <a:effectLst/>
                <a:latin typeface="+mj-lt"/>
              </a:rPr>
              <a:t> and Dr. Theresa </a:t>
            </a:r>
            <a:r>
              <a:rPr lang="en-US" sz="2600" b="0" i="0" dirty="0" err="1">
                <a:solidFill>
                  <a:schemeClr val="tx1"/>
                </a:solidFill>
                <a:effectLst/>
                <a:latin typeface="+mj-lt"/>
              </a:rPr>
              <a:t>Chmiel</a:t>
            </a:r>
            <a:r>
              <a:rPr lang="en-US" sz="2600" b="0" i="0" dirty="0">
                <a:solidFill>
                  <a:schemeClr val="tx1"/>
                </a:solidFill>
                <a:effectLst/>
                <a:latin typeface="+mj-lt"/>
              </a:rPr>
              <a:t>) helping us with this project. </a:t>
            </a:r>
          </a:p>
          <a:p>
            <a:pPr marL="457200" indent="-457200">
              <a:buFont typeface="Arial" panose="020B0604020202020204" pitchFamily="34" charset="0"/>
              <a:buChar char="•"/>
            </a:pPr>
            <a:r>
              <a:rPr lang="en-US" sz="2600" dirty="0">
                <a:solidFill>
                  <a:schemeClr val="tx1"/>
                </a:solidFill>
                <a:latin typeface="+mj-lt"/>
              </a:rPr>
              <a:t>Thanks to the Dept. of Physics and UMN for funding it.</a:t>
            </a:r>
            <a:endParaRPr lang="en-US" sz="2600" dirty="0">
              <a:latin typeface="+mj-lt"/>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DD4A1E7-86AA-5CD0-B704-7B9F4684BBAC}"/>
                  </a:ext>
                </a:extLst>
              </p:cNvPr>
              <p:cNvSpPr txBox="1"/>
              <p:nvPr/>
            </p:nvSpPr>
            <p:spPr>
              <a:xfrm>
                <a:off x="554543" y="17406677"/>
                <a:ext cx="17442107" cy="2897588"/>
              </a:xfrm>
              <a:prstGeom prst="rect">
                <a:avLst/>
              </a:prstGeom>
              <a:noFill/>
            </p:spPr>
            <p:txBody>
              <a:bodyPr wrap="square">
                <a:spAutoFit/>
              </a:bodyPr>
              <a:lstStyle/>
              <a:p>
                <a:pPr algn="just"/>
                <a:r>
                  <a:rPr lang="en-US" sz="2600" dirty="0">
                    <a:latin typeface="Arial" panose="020B0604020202020204" pitchFamily="34" charset="0"/>
                  </a:rPr>
                  <a:t>The maximum magnetic field reached </a:t>
                </a:r>
                <a14:m>
                  <m:oMath xmlns:m="http://schemas.openxmlformats.org/officeDocument/2006/math">
                    <m:r>
                      <a:rPr lang="en-US" sz="2600" b="0" i="1" smtClean="0">
                        <a:latin typeface="Cambria Math" panose="02040503050406030204" pitchFamily="18" charset="0"/>
                      </a:rPr>
                      <m:t>0.18</m:t>
                    </m:r>
                    <m:r>
                      <a:rPr lang="en-US" sz="2600" b="0" i="1" smtClean="0">
                        <a:latin typeface="Cambria Math" panose="02040503050406030204" pitchFamily="18" charset="0"/>
                        <a:ea typeface="Cambria Math" panose="02040503050406030204" pitchFamily="18" charset="0"/>
                      </a:rPr>
                      <m:t>±</m:t>
                    </m:r>
                    <m:r>
                      <m:rPr>
                        <m:nor/>
                      </m:rPr>
                      <a:rPr lang="en-US" sz="2600" b="0" i="0" smtClean="0">
                        <a:latin typeface="Cambria Math" panose="02040503050406030204" pitchFamily="18" charset="0"/>
                        <a:ea typeface="Cambria Math" panose="02040503050406030204" pitchFamily="18" charset="0"/>
                      </a:rPr>
                      <m:t>0</m:t>
                    </m:r>
                    <m:r>
                      <m:rPr>
                        <m:nor/>
                      </m:rPr>
                      <a:rPr lang="en-US" sz="2600" b="0" i="0" dirty="0" smtClean="0">
                        <a:latin typeface="Cambria Math" panose="02040503050406030204" pitchFamily="18" charset="0"/>
                        <a:ea typeface="Cambria Math" panose="02040503050406030204" pitchFamily="18" charset="0"/>
                      </a:rPr>
                      <m:t>.03 </m:t>
                    </m:r>
                    <m:r>
                      <m:rPr>
                        <m:nor/>
                      </m:rPr>
                      <a:rPr lang="en-US" sz="2600" b="0" i="0" dirty="0" smtClean="0">
                        <a:latin typeface="Cambria Math" panose="02040503050406030204" pitchFamily="18" charset="0"/>
                        <a:ea typeface="Cambria Math" panose="02040503050406030204" pitchFamily="18" charset="0"/>
                      </a:rPr>
                      <m:t>T</m:t>
                    </m:r>
                  </m:oMath>
                </a14:m>
                <a:r>
                  <a:rPr lang="en-US" sz="2600" dirty="0">
                    <a:latin typeface="Arial" panose="020B0604020202020204" pitchFamily="34" charset="0"/>
                  </a:rPr>
                  <a:t>, influencing the reflection angle of the water surface. The change in water surface angle, approximated under small angles, enabled determination of displacement through Riemann summing, using the trapezoidal rule for integration. The resultant Riemann sum depicted the water surface's behavior under the magnetic field influence, with a maximum displacement of </a:t>
                </a:r>
                <a14:m>
                  <m:oMath xmlns:m="http://schemas.openxmlformats.org/officeDocument/2006/math">
                    <m:r>
                      <a:rPr lang="en-US" sz="2600" b="0" i="0" dirty="0" smtClean="0">
                        <a:latin typeface="Cambria Math" panose="02040503050406030204" pitchFamily="18" charset="0"/>
                        <a:ea typeface="Cambria Math" panose="02040503050406030204" pitchFamily="18" charset="0"/>
                      </a:rPr>
                      <m:t>(1.2</m:t>
                    </m:r>
                    <m:r>
                      <m:rPr>
                        <m:nor/>
                      </m:rPr>
                      <a:rPr lang="en-US" sz="2600" dirty="0">
                        <a:latin typeface="Cambria Math" panose="02040503050406030204" pitchFamily="18" charset="0"/>
                        <a:ea typeface="Cambria Math" panose="02040503050406030204" pitchFamily="18" charset="0"/>
                      </a:rPr>
                      <m:t>±</m:t>
                    </m:r>
                    <m:r>
                      <a:rPr lang="en-US" sz="2600" b="0" i="1" dirty="0" smtClean="0">
                        <a:latin typeface="Cambria Math" panose="02040503050406030204" pitchFamily="18" charset="0"/>
                        <a:ea typeface="Cambria Math" panose="02040503050406030204" pitchFamily="18" charset="0"/>
                      </a:rPr>
                      <m:t>2.5)×</m:t>
                    </m:r>
                    <m:sSup>
                      <m:sSupPr>
                        <m:ctrlPr>
                          <a:rPr lang="en-US" sz="2600" b="0" i="1" dirty="0" smtClean="0">
                            <a:latin typeface="Cambria Math" panose="02040503050406030204" pitchFamily="18" charset="0"/>
                            <a:ea typeface="Cambria Math" panose="02040503050406030204" pitchFamily="18" charset="0"/>
                          </a:rPr>
                        </m:ctrlPr>
                      </m:sSupPr>
                      <m:e>
                        <m:r>
                          <a:rPr lang="en-US" sz="2600" b="0" i="1" dirty="0" smtClean="0">
                            <a:latin typeface="Cambria Math" panose="02040503050406030204" pitchFamily="18" charset="0"/>
                            <a:ea typeface="Cambria Math" panose="02040503050406030204" pitchFamily="18" charset="0"/>
                          </a:rPr>
                          <m:t>10</m:t>
                        </m:r>
                      </m:e>
                      <m:sup>
                        <m:r>
                          <a:rPr lang="en-US" sz="2600" b="0" i="1" dirty="0" smtClean="0">
                            <a:latin typeface="Cambria Math" panose="02040503050406030204" pitchFamily="18" charset="0"/>
                            <a:ea typeface="Cambria Math" panose="02040503050406030204" pitchFamily="18" charset="0"/>
                          </a:rPr>
                          <m:t>−5</m:t>
                        </m:r>
                      </m:sup>
                    </m:sSup>
                  </m:oMath>
                </a14:m>
                <a:r>
                  <a:rPr lang="en-US" sz="2600" dirty="0">
                    <a:latin typeface="Arial" panose="020B0604020202020204" pitchFamily="34" charset="0"/>
                  </a:rPr>
                  <a:t> m. This yielded a magnetic susceptibility of </a:t>
                </a:r>
                <a14:m>
                  <m:oMath xmlns:m="http://schemas.openxmlformats.org/officeDocument/2006/math">
                    <m:r>
                      <a:rPr lang="en-US" sz="2600" dirty="0">
                        <a:latin typeface="Cambria Math" panose="02040503050406030204" pitchFamily="18" charset="0"/>
                        <a:ea typeface="Cambria Math" panose="02040503050406030204" pitchFamily="18" charset="0"/>
                      </a:rPr>
                      <m:t>(</m:t>
                    </m:r>
                    <m:r>
                      <m:rPr>
                        <m:nor/>
                      </m:rPr>
                      <a:rPr lang="en-US" sz="2600" b="0" i="0" dirty="0" smtClean="0">
                        <a:latin typeface="Cambria Math" panose="02040503050406030204" pitchFamily="18" charset="0"/>
                        <a:ea typeface="Cambria Math" panose="02040503050406030204" pitchFamily="18" charset="0"/>
                      </a:rPr>
                      <m:t>9.3</m:t>
                    </m:r>
                    <m:r>
                      <m:rPr>
                        <m:nor/>
                      </m:rPr>
                      <a:rPr lang="en-US" sz="2600" dirty="0">
                        <a:latin typeface="Cambria Math" panose="02040503050406030204" pitchFamily="18" charset="0"/>
                        <a:ea typeface="Cambria Math" panose="02040503050406030204" pitchFamily="18" charset="0"/>
                      </a:rPr>
                      <m:t>±</m:t>
                    </m:r>
                    <m:r>
                      <a:rPr lang="en-US" sz="2600" b="0" i="1" dirty="0" smtClean="0">
                        <a:latin typeface="Cambria Math" panose="02040503050406030204" pitchFamily="18" charset="0"/>
                        <a:ea typeface="Cambria Math" panose="02040503050406030204" pitchFamily="18" charset="0"/>
                      </a:rPr>
                      <m:t>0.2</m:t>
                    </m:r>
                    <m:r>
                      <a:rPr lang="en-US" sz="2600" i="1" dirty="0">
                        <a:latin typeface="Cambria Math" panose="02040503050406030204" pitchFamily="18" charset="0"/>
                        <a:ea typeface="Cambria Math" panose="02040503050406030204" pitchFamily="18" charset="0"/>
                      </a:rPr>
                      <m:t>)×</m:t>
                    </m:r>
                    <m:sSup>
                      <m:sSupPr>
                        <m:ctrlPr>
                          <a:rPr lang="en-US" sz="2600" i="1" dirty="0">
                            <a:latin typeface="Cambria Math" panose="02040503050406030204" pitchFamily="18" charset="0"/>
                            <a:ea typeface="Cambria Math" panose="02040503050406030204" pitchFamily="18" charset="0"/>
                          </a:rPr>
                        </m:ctrlPr>
                      </m:sSupPr>
                      <m:e>
                        <m:r>
                          <a:rPr lang="en-US" sz="2600" i="1" dirty="0">
                            <a:latin typeface="Cambria Math" panose="02040503050406030204" pitchFamily="18" charset="0"/>
                            <a:ea typeface="Cambria Math" panose="02040503050406030204" pitchFamily="18" charset="0"/>
                          </a:rPr>
                          <m:t>10</m:t>
                        </m:r>
                      </m:e>
                      <m:sup>
                        <m:r>
                          <a:rPr lang="en-US" sz="2600" i="1" dirty="0">
                            <a:latin typeface="Cambria Math" panose="02040503050406030204" pitchFamily="18" charset="0"/>
                            <a:ea typeface="Cambria Math" panose="02040503050406030204" pitchFamily="18" charset="0"/>
                          </a:rPr>
                          <m:t>−</m:t>
                        </m:r>
                        <m:r>
                          <a:rPr lang="en-US" sz="2600" b="0" i="1" dirty="0" smtClean="0">
                            <a:latin typeface="Cambria Math" panose="02040503050406030204" pitchFamily="18" charset="0"/>
                            <a:ea typeface="Cambria Math" panose="02040503050406030204" pitchFamily="18" charset="0"/>
                          </a:rPr>
                          <m:t>6</m:t>
                        </m:r>
                      </m:sup>
                    </m:sSup>
                  </m:oMath>
                </a14:m>
                <a:r>
                  <a:rPr lang="en-US" sz="2600" dirty="0">
                    <a:latin typeface="Arial" panose="020B0604020202020204" pitchFamily="34" charset="0"/>
                  </a:rPr>
                  <a:t> for the liquid, slightly higher than the expected value, with an error of </a:t>
                </a:r>
                <a14:m>
                  <m:oMath xmlns:m="http://schemas.openxmlformats.org/officeDocument/2006/math">
                    <m:r>
                      <a:rPr lang="en-US" sz="2600" i="1" dirty="0">
                        <a:latin typeface="Cambria Math" panose="02040503050406030204" pitchFamily="18" charset="0"/>
                        <a:ea typeface="Cambria Math" panose="02040503050406030204" pitchFamily="18" charset="0"/>
                      </a:rPr>
                      <m:t>2</m:t>
                    </m:r>
                    <m:r>
                      <a:rPr lang="en-US" sz="2600" b="0" i="1" dirty="0" smtClean="0">
                        <a:latin typeface="Cambria Math" panose="02040503050406030204" pitchFamily="18" charset="0"/>
                        <a:ea typeface="Cambria Math" panose="02040503050406030204" pitchFamily="18" charset="0"/>
                      </a:rPr>
                      <m:t>.09%</m:t>
                    </m:r>
                  </m:oMath>
                </a14:m>
                <a:r>
                  <a:rPr lang="en-US" sz="2600" dirty="0">
                    <a:latin typeface="Arial" panose="020B0604020202020204" pitchFamily="34" charset="0"/>
                  </a:rPr>
                  <a:t>. Considering that the expected magnetic susceptibility is </a:t>
                </a:r>
                <a14:m>
                  <m:oMath xmlns:m="http://schemas.openxmlformats.org/officeDocument/2006/math">
                    <m:r>
                      <a:rPr lang="en-US" sz="2600" dirty="0">
                        <a:latin typeface="Cambria Math" panose="02040503050406030204" pitchFamily="18" charset="0"/>
                        <a:ea typeface="Cambria Math" panose="02040503050406030204" pitchFamily="18" charset="0"/>
                      </a:rPr>
                      <m:t>(</m:t>
                    </m:r>
                    <m:r>
                      <m:rPr>
                        <m:nor/>
                      </m:rPr>
                      <a:rPr lang="en-US" sz="2600" dirty="0">
                        <a:latin typeface="Cambria Math" panose="02040503050406030204" pitchFamily="18" charset="0"/>
                        <a:ea typeface="Cambria Math" panose="02040503050406030204" pitchFamily="18" charset="0"/>
                      </a:rPr>
                      <m:t>9.</m:t>
                    </m:r>
                    <m:r>
                      <m:rPr>
                        <m:nor/>
                      </m:rPr>
                      <a:rPr lang="en-US" sz="2600" b="0" i="0" dirty="0" smtClean="0">
                        <a:latin typeface="Cambria Math" panose="02040503050406030204" pitchFamily="18" charset="0"/>
                        <a:ea typeface="Cambria Math" panose="02040503050406030204" pitchFamily="18" charset="0"/>
                      </a:rPr>
                      <m:t>1</m:t>
                    </m:r>
                    <m:r>
                      <m:rPr>
                        <m:nor/>
                      </m:rPr>
                      <a:rPr lang="en-US" sz="2600" dirty="0">
                        <a:latin typeface="Cambria Math" panose="02040503050406030204" pitchFamily="18" charset="0"/>
                        <a:ea typeface="Cambria Math" panose="02040503050406030204" pitchFamily="18" charset="0"/>
                      </a:rPr>
                      <m:t>±</m:t>
                    </m:r>
                    <m:r>
                      <a:rPr lang="en-US" sz="2600" i="1" dirty="0">
                        <a:latin typeface="Cambria Math" panose="02040503050406030204" pitchFamily="18" charset="0"/>
                        <a:ea typeface="Cambria Math" panose="02040503050406030204" pitchFamily="18" charset="0"/>
                      </a:rPr>
                      <m:t>0.2)×</m:t>
                    </m:r>
                    <m:sSup>
                      <m:sSupPr>
                        <m:ctrlPr>
                          <a:rPr lang="en-US" sz="2600" i="1" dirty="0">
                            <a:latin typeface="Cambria Math" panose="02040503050406030204" pitchFamily="18" charset="0"/>
                            <a:ea typeface="Cambria Math" panose="02040503050406030204" pitchFamily="18" charset="0"/>
                          </a:rPr>
                        </m:ctrlPr>
                      </m:sSupPr>
                      <m:e>
                        <m:r>
                          <a:rPr lang="en-US" sz="2600" i="1" dirty="0">
                            <a:latin typeface="Cambria Math" panose="02040503050406030204" pitchFamily="18" charset="0"/>
                            <a:ea typeface="Cambria Math" panose="02040503050406030204" pitchFamily="18" charset="0"/>
                          </a:rPr>
                          <m:t>10</m:t>
                        </m:r>
                      </m:e>
                      <m:sup>
                        <m:r>
                          <a:rPr lang="en-US" sz="2600" i="1" dirty="0">
                            <a:latin typeface="Cambria Math" panose="02040503050406030204" pitchFamily="18" charset="0"/>
                            <a:ea typeface="Cambria Math" panose="02040503050406030204" pitchFamily="18" charset="0"/>
                          </a:rPr>
                          <m:t>−6</m:t>
                        </m:r>
                      </m:sup>
                    </m:sSup>
                  </m:oMath>
                </a14:m>
                <a:r>
                  <a:rPr lang="en-US" sz="2600" dirty="0">
                    <a:latin typeface="Arial" panose="020B0604020202020204" pitchFamily="34" charset="0"/>
                  </a:rPr>
                  <a:t> This discrepancy is attributed to factors like  imprecision in calculating the magnetic field, neglect of surface tension, impurities in water, and setup stability. </a:t>
                </a:r>
                <a:endParaRPr lang="en-US" sz="2600" dirty="0"/>
              </a:p>
            </p:txBody>
          </p:sp>
        </mc:Choice>
        <mc:Fallback xmlns="">
          <p:sp>
            <p:nvSpPr>
              <p:cNvPr id="7" name="TextBox 6">
                <a:extLst>
                  <a:ext uri="{FF2B5EF4-FFF2-40B4-BE49-F238E27FC236}">
                    <a16:creationId xmlns:a16="http://schemas.microsoft.com/office/drawing/2014/main" id="{7DD4A1E7-86AA-5CD0-B704-7B9F4684BBAC}"/>
                  </a:ext>
                </a:extLst>
              </p:cNvPr>
              <p:cNvSpPr txBox="1">
                <a:spLocks noRot="1" noChangeAspect="1" noMove="1" noResize="1" noEditPoints="1" noAdjustHandles="1" noChangeArrowheads="1" noChangeShapeType="1" noTextEdit="1"/>
              </p:cNvSpPr>
              <p:nvPr/>
            </p:nvSpPr>
            <p:spPr>
              <a:xfrm>
                <a:off x="554543" y="17406677"/>
                <a:ext cx="17442107" cy="2897588"/>
              </a:xfrm>
              <a:prstGeom prst="rect">
                <a:avLst/>
              </a:prstGeom>
              <a:blipFill>
                <a:blip r:embed="rId16"/>
                <a:stretch>
                  <a:fillRect l="-629" t="-1891" r="-629" b="-4202"/>
                </a:stretch>
              </a:blipFill>
            </p:spPr>
            <p:txBody>
              <a:bodyPr/>
              <a:lstStyle/>
              <a:p>
                <a:r>
                  <a:rPr lang="en-US">
                    <a:noFill/>
                  </a:rPr>
                  <a:t> </a:t>
                </a:r>
              </a:p>
            </p:txBody>
          </p:sp>
        </mc:Fallback>
      </mc:AlternateContent>
    </p:spTree>
  </p:cSld>
  <p:clrMapOvr>
    <a:masterClrMapping/>
  </p:clrMapOvr>
</p:sld>
</file>

<file path=ppt/theme/theme1.xml><?xml version="1.0" encoding="utf-8"?>
<a:theme xmlns:a="http://schemas.openxmlformats.org/drawingml/2006/main" name="SVP-regents-PowerPoint-HD-3">
  <a:themeElements>
    <a:clrScheme name="Custom 1">
      <a:dk1>
        <a:srgbClr val="000000"/>
      </a:dk1>
      <a:lt1>
        <a:srgbClr val="FFFFFF"/>
      </a:lt1>
      <a:dk2>
        <a:srgbClr val="1F497D"/>
      </a:dk2>
      <a:lt2>
        <a:srgbClr val="D7D9D7"/>
      </a:lt2>
      <a:accent1>
        <a:srgbClr val="7A0019"/>
      </a:accent1>
      <a:accent2>
        <a:srgbClr val="FFCC33"/>
      </a:accent2>
      <a:accent3>
        <a:srgbClr val="C82936"/>
      </a:accent3>
      <a:accent4>
        <a:srgbClr val="003D4C"/>
      </a:accent4>
      <a:accent5>
        <a:srgbClr val="79C9C7"/>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675</TotalTime>
  <Words>699</Words>
  <Application>Microsoft Office PowerPoint</Application>
  <PresentationFormat>Custom</PresentationFormat>
  <Paragraphs>44</Paragraphs>
  <Slides>1</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7" baseType="lpstr">
      <vt:lpstr>Cambria Math</vt:lpstr>
      <vt:lpstr>Times New Roman</vt:lpstr>
      <vt:lpstr>Helvetica Neue</vt:lpstr>
      <vt:lpstr>Arial</vt:lpstr>
      <vt:lpstr>SVP-regents-PowerPoint-HD-3</vt:lpstr>
      <vt:lpstr>Equation.KSEE3</vt:lpstr>
      <vt:lpstr>Exploring Magnetic Field-Induced Deformations in Fluids To Find Magnetic Susceptibility Akshat Sharma University of Minnesota, MXP, Spring 2024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Revealing patterns in conductivity of amorphous materials based on cooling rate Akshat Sharma* And James Kakalios University of Minnesota, URS, Summer 2023</dc:title>
  <dc:creator/>
  <cp:lastModifiedBy>Akshat Sharma</cp:lastModifiedBy>
  <cp:revision>16</cp:revision>
  <dcterms:created xsi:type="dcterms:W3CDTF">2019-04-24T18:10:00Z</dcterms:created>
  <dcterms:modified xsi:type="dcterms:W3CDTF">2024-04-25T15:52:37Z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31D3D17286F046D485D942A795E4CB36_12</vt:lpwstr>
  </property>
  <property fmtid="{D5CDD505-2E9C-101B-9397-08002B2CF9AE}" pid="3" name="KSOProductBuildVer">
    <vt:lpwstr>1033-12.2.0.13489</vt:lpwstr>
  </property>
</Properties>
</file>